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notesMasterIdLst>
    <p:notesMasterId r:id="rId47"/>
  </p:notesMasterIdLst>
  <p:handoutMasterIdLst>
    <p:handoutMasterId r:id="rId48"/>
  </p:handoutMasterIdLst>
  <p:sldIdLst>
    <p:sldId id="276" r:id="rId2"/>
    <p:sldId id="340" r:id="rId3"/>
    <p:sldId id="360" r:id="rId4"/>
    <p:sldId id="362" r:id="rId5"/>
    <p:sldId id="361" r:id="rId6"/>
    <p:sldId id="363" r:id="rId7"/>
    <p:sldId id="364" r:id="rId8"/>
    <p:sldId id="365" r:id="rId9"/>
    <p:sldId id="366" r:id="rId10"/>
    <p:sldId id="367" r:id="rId11"/>
    <p:sldId id="368" r:id="rId12"/>
    <p:sldId id="370" r:id="rId13"/>
    <p:sldId id="369" r:id="rId14"/>
    <p:sldId id="372" r:id="rId15"/>
    <p:sldId id="371" r:id="rId16"/>
    <p:sldId id="374" r:id="rId17"/>
    <p:sldId id="373" r:id="rId18"/>
    <p:sldId id="375" r:id="rId19"/>
    <p:sldId id="376" r:id="rId20"/>
    <p:sldId id="377" r:id="rId21"/>
    <p:sldId id="378" r:id="rId22"/>
    <p:sldId id="379" r:id="rId23"/>
    <p:sldId id="380" r:id="rId24"/>
    <p:sldId id="381" r:id="rId25"/>
    <p:sldId id="382" r:id="rId26"/>
    <p:sldId id="383" r:id="rId27"/>
    <p:sldId id="384" r:id="rId28"/>
    <p:sldId id="385" r:id="rId29"/>
    <p:sldId id="386" r:id="rId30"/>
    <p:sldId id="388" r:id="rId31"/>
    <p:sldId id="387" r:id="rId32"/>
    <p:sldId id="389" r:id="rId33"/>
    <p:sldId id="390" r:id="rId34"/>
    <p:sldId id="391" r:id="rId35"/>
    <p:sldId id="392" r:id="rId36"/>
    <p:sldId id="393" r:id="rId37"/>
    <p:sldId id="394" r:id="rId38"/>
    <p:sldId id="395" r:id="rId39"/>
    <p:sldId id="396" r:id="rId40"/>
    <p:sldId id="397" r:id="rId41"/>
    <p:sldId id="398" r:id="rId42"/>
    <p:sldId id="399" r:id="rId43"/>
    <p:sldId id="400" r:id="rId44"/>
    <p:sldId id="401" r:id="rId45"/>
    <p:sldId id="341" r:id="rId46"/>
  </p:sldIdLst>
  <p:sldSz cx="9144000" cy="6858000" type="screen4x3"/>
  <p:notesSz cx="7099300" cy="10234613"/>
  <p:defaultTextStyle>
    <a:defPPr>
      <a:defRPr lang="en-US"/>
    </a:defPPr>
    <a:lvl1pPr algn="l" rtl="0" fontAlgn="base">
      <a:spcBef>
        <a:spcPct val="0"/>
      </a:spcBef>
      <a:spcAft>
        <a:spcPct val="0"/>
      </a:spcAft>
      <a:defRPr b="1" kern="1200">
        <a:solidFill>
          <a:schemeClr val="tx1"/>
        </a:solidFill>
        <a:latin typeface="Arial" pitchFamily="34" charset="0"/>
        <a:ea typeface="+mn-ea"/>
        <a:cs typeface="+mn-cs"/>
      </a:defRPr>
    </a:lvl1pPr>
    <a:lvl2pPr marL="457200" algn="l" rtl="0" fontAlgn="base">
      <a:spcBef>
        <a:spcPct val="0"/>
      </a:spcBef>
      <a:spcAft>
        <a:spcPct val="0"/>
      </a:spcAft>
      <a:defRPr b="1" kern="1200">
        <a:solidFill>
          <a:schemeClr val="tx1"/>
        </a:solidFill>
        <a:latin typeface="Arial" pitchFamily="34" charset="0"/>
        <a:ea typeface="+mn-ea"/>
        <a:cs typeface="+mn-cs"/>
      </a:defRPr>
    </a:lvl2pPr>
    <a:lvl3pPr marL="914400" algn="l" rtl="0" fontAlgn="base">
      <a:spcBef>
        <a:spcPct val="0"/>
      </a:spcBef>
      <a:spcAft>
        <a:spcPct val="0"/>
      </a:spcAft>
      <a:defRPr b="1" kern="1200">
        <a:solidFill>
          <a:schemeClr val="tx1"/>
        </a:solidFill>
        <a:latin typeface="Arial" pitchFamily="34" charset="0"/>
        <a:ea typeface="+mn-ea"/>
        <a:cs typeface="+mn-cs"/>
      </a:defRPr>
    </a:lvl3pPr>
    <a:lvl4pPr marL="1371600" algn="l" rtl="0" fontAlgn="base">
      <a:spcBef>
        <a:spcPct val="0"/>
      </a:spcBef>
      <a:spcAft>
        <a:spcPct val="0"/>
      </a:spcAft>
      <a:defRPr b="1" kern="1200">
        <a:solidFill>
          <a:schemeClr val="tx1"/>
        </a:solidFill>
        <a:latin typeface="Arial" pitchFamily="34" charset="0"/>
        <a:ea typeface="+mn-ea"/>
        <a:cs typeface="+mn-cs"/>
      </a:defRPr>
    </a:lvl4pPr>
    <a:lvl5pPr marL="1828800" algn="l" rtl="0" fontAlgn="base">
      <a:spcBef>
        <a:spcPct val="0"/>
      </a:spcBef>
      <a:spcAft>
        <a:spcPct val="0"/>
      </a:spcAft>
      <a:defRPr b="1" kern="1200">
        <a:solidFill>
          <a:schemeClr val="tx1"/>
        </a:solidFill>
        <a:latin typeface="Arial" pitchFamily="34" charset="0"/>
        <a:ea typeface="+mn-ea"/>
        <a:cs typeface="+mn-cs"/>
      </a:defRPr>
    </a:lvl5pPr>
    <a:lvl6pPr marL="2286000" algn="l" defTabSz="914400" rtl="0" eaLnBrk="1" latinLnBrk="0" hangingPunct="1">
      <a:defRPr b="1" kern="1200">
        <a:solidFill>
          <a:schemeClr val="tx1"/>
        </a:solidFill>
        <a:latin typeface="Arial" pitchFamily="34" charset="0"/>
        <a:ea typeface="+mn-ea"/>
        <a:cs typeface="+mn-cs"/>
      </a:defRPr>
    </a:lvl6pPr>
    <a:lvl7pPr marL="2743200" algn="l" defTabSz="914400" rtl="0" eaLnBrk="1" latinLnBrk="0" hangingPunct="1">
      <a:defRPr b="1" kern="1200">
        <a:solidFill>
          <a:schemeClr val="tx1"/>
        </a:solidFill>
        <a:latin typeface="Arial" pitchFamily="34" charset="0"/>
        <a:ea typeface="+mn-ea"/>
        <a:cs typeface="+mn-cs"/>
      </a:defRPr>
    </a:lvl7pPr>
    <a:lvl8pPr marL="3200400" algn="l" defTabSz="914400" rtl="0" eaLnBrk="1" latinLnBrk="0" hangingPunct="1">
      <a:defRPr b="1" kern="1200">
        <a:solidFill>
          <a:schemeClr val="tx1"/>
        </a:solidFill>
        <a:latin typeface="Arial" pitchFamily="34" charset="0"/>
        <a:ea typeface="+mn-ea"/>
        <a:cs typeface="+mn-cs"/>
      </a:defRPr>
    </a:lvl8pPr>
    <a:lvl9pPr marL="3657600" algn="l" defTabSz="914400" rtl="0" eaLnBrk="1" latinLnBrk="0" hangingPunct="1">
      <a:defRPr b="1" kern="1200">
        <a:solidFill>
          <a:schemeClr val="tx1"/>
        </a:solidFill>
        <a:latin typeface="Arial"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66"/>
    <a:srgbClr val="FFFF66"/>
    <a:srgbClr val="6699FF"/>
    <a:srgbClr val="D60093"/>
    <a:srgbClr val="EAB85E"/>
    <a:srgbClr val="352973"/>
    <a:srgbClr val="006699"/>
    <a:srgbClr val="808080"/>
    <a:srgbClr val="91826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5758FB7-9AC5-4552-8A53-C91805E547FA}" styleName="主题样式 1 - 强调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主题样式 1 - 强调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D113A9D2-9D6B-4929-AA2D-F23B5EE8CBE7}" styleName="主题样式 2 - 强调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主题样式 2 - 强调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主题样式 2 - 强调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AF606853-7671-496A-8E4F-DF71F8EC918B}" styleName="深色样式 1 - 强调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415" autoAdjust="0"/>
    <p:restoredTop sz="96357" autoAdjust="0"/>
  </p:normalViewPr>
  <p:slideViewPr>
    <p:cSldViewPr>
      <p:cViewPr varScale="1">
        <p:scale>
          <a:sx n="82" d="100"/>
          <a:sy n="82" d="100"/>
        </p:scale>
        <p:origin x="786" y="60"/>
      </p:cViewPr>
      <p:guideLst>
        <p:guide orient="horz" pos="2160"/>
        <p:guide pos="2880"/>
      </p:guideLst>
    </p:cSldViewPr>
  </p:slideViewPr>
  <p:outlineViewPr>
    <p:cViewPr>
      <p:scale>
        <a:sx n="33" d="100"/>
        <a:sy n="33" d="100"/>
      </p:scale>
      <p:origin x="0" y="3156"/>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363" cy="511731"/>
          </a:xfrm>
          <a:prstGeom prst="rect">
            <a:avLst/>
          </a:prstGeom>
        </p:spPr>
        <p:txBody>
          <a:bodyPr vert="horz" lIns="99048" tIns="49524" rIns="99048" bIns="49524" rtlCol="0"/>
          <a:lstStyle>
            <a:lvl1pPr algn="l">
              <a:defRPr sz="1300"/>
            </a:lvl1pPr>
          </a:lstStyle>
          <a:p>
            <a:endParaRPr lang="zh-CN" altLang="en-US"/>
          </a:p>
        </p:txBody>
      </p:sp>
      <p:sp>
        <p:nvSpPr>
          <p:cNvPr id="3" name="日期占位符 2"/>
          <p:cNvSpPr>
            <a:spLocks noGrp="1"/>
          </p:cNvSpPr>
          <p:nvPr>
            <p:ph type="dt" sz="quarter" idx="1"/>
          </p:nvPr>
        </p:nvSpPr>
        <p:spPr>
          <a:xfrm>
            <a:off x="4021294" y="0"/>
            <a:ext cx="3076363" cy="511731"/>
          </a:xfrm>
          <a:prstGeom prst="rect">
            <a:avLst/>
          </a:prstGeom>
        </p:spPr>
        <p:txBody>
          <a:bodyPr vert="horz" lIns="99048" tIns="49524" rIns="99048" bIns="49524" rtlCol="0"/>
          <a:lstStyle>
            <a:lvl1pPr algn="r">
              <a:defRPr sz="1300"/>
            </a:lvl1pPr>
          </a:lstStyle>
          <a:p>
            <a:fld id="{8F54F192-248C-4A58-B9DD-6D4854AD626C}" type="datetimeFigureOut">
              <a:rPr lang="zh-CN" altLang="en-US" smtClean="0"/>
              <a:pPr/>
              <a:t>2017/12/12</a:t>
            </a:fld>
            <a:endParaRPr lang="zh-CN" altLang="en-US"/>
          </a:p>
        </p:txBody>
      </p:sp>
      <p:sp>
        <p:nvSpPr>
          <p:cNvPr id="4" name="页脚占位符 3"/>
          <p:cNvSpPr>
            <a:spLocks noGrp="1"/>
          </p:cNvSpPr>
          <p:nvPr>
            <p:ph type="ftr" sz="quarter" idx="2"/>
          </p:nvPr>
        </p:nvSpPr>
        <p:spPr>
          <a:xfrm>
            <a:off x="0" y="9721106"/>
            <a:ext cx="3076363" cy="511731"/>
          </a:xfrm>
          <a:prstGeom prst="rect">
            <a:avLst/>
          </a:prstGeom>
        </p:spPr>
        <p:txBody>
          <a:bodyPr vert="horz" lIns="99048" tIns="49524" rIns="99048" bIns="49524" rtlCol="0" anchor="b"/>
          <a:lstStyle>
            <a:lvl1pPr algn="l">
              <a:defRPr sz="1300"/>
            </a:lvl1pPr>
          </a:lstStyle>
          <a:p>
            <a:endParaRPr lang="zh-CN" altLang="en-US"/>
          </a:p>
        </p:txBody>
      </p:sp>
      <p:sp>
        <p:nvSpPr>
          <p:cNvPr id="5" name="灯片编号占位符 4"/>
          <p:cNvSpPr>
            <a:spLocks noGrp="1"/>
          </p:cNvSpPr>
          <p:nvPr>
            <p:ph type="sldNum" sz="quarter" idx="3"/>
          </p:nvPr>
        </p:nvSpPr>
        <p:spPr>
          <a:xfrm>
            <a:off x="4021294" y="9721106"/>
            <a:ext cx="3076363" cy="511731"/>
          </a:xfrm>
          <a:prstGeom prst="rect">
            <a:avLst/>
          </a:prstGeom>
        </p:spPr>
        <p:txBody>
          <a:bodyPr vert="horz" lIns="99048" tIns="49524" rIns="99048" bIns="49524" rtlCol="0" anchor="b"/>
          <a:lstStyle>
            <a:lvl1pPr algn="r">
              <a:defRPr sz="1300"/>
            </a:lvl1pPr>
          </a:lstStyle>
          <a:p>
            <a:fld id="{E8AED747-2EF4-49D3-A1F0-4B6CD604324D}" type="slidenum">
              <a:rPr lang="zh-CN" altLang="en-US" smtClean="0"/>
              <a:pPr/>
              <a:t>‹#›</a:t>
            </a:fld>
            <a:endParaRPr lang="zh-CN" altLang="en-US"/>
          </a:p>
        </p:txBody>
      </p:sp>
    </p:spTree>
    <p:extLst>
      <p:ext uri="{BB962C8B-B14F-4D97-AF65-F5344CB8AC3E}">
        <p14:creationId xmlns:p14="http://schemas.microsoft.com/office/powerpoint/2010/main" val="18291563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2338" name="Rectangle 2"/>
          <p:cNvSpPr>
            <a:spLocks noGrp="1" noChangeArrowheads="1"/>
          </p:cNvSpPr>
          <p:nvPr>
            <p:ph type="hdr" sz="quarter"/>
          </p:nvPr>
        </p:nvSpPr>
        <p:spPr bwMode="auto">
          <a:xfrm>
            <a:off x="0" y="0"/>
            <a:ext cx="3076363" cy="511731"/>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a:defRPr sz="1300" b="0"/>
            </a:lvl1pPr>
          </a:lstStyle>
          <a:p>
            <a:endParaRPr lang="zh-CN" altLang="en-US"/>
          </a:p>
        </p:txBody>
      </p:sp>
      <p:sp>
        <p:nvSpPr>
          <p:cNvPr id="142339" name="Rectangle 3"/>
          <p:cNvSpPr>
            <a:spLocks noGrp="1" noChangeArrowheads="1"/>
          </p:cNvSpPr>
          <p:nvPr>
            <p:ph type="dt" idx="1"/>
          </p:nvPr>
        </p:nvSpPr>
        <p:spPr bwMode="auto">
          <a:xfrm>
            <a:off x="4021294" y="0"/>
            <a:ext cx="3076363" cy="511731"/>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algn="r">
              <a:defRPr sz="1300" b="0"/>
            </a:lvl1pPr>
          </a:lstStyle>
          <a:p>
            <a:endParaRPr lang="en-US" altLang="zh-CN"/>
          </a:p>
        </p:txBody>
      </p:sp>
      <p:sp>
        <p:nvSpPr>
          <p:cNvPr id="142340" name="Rectangle 4"/>
          <p:cNvSpPr>
            <a:spLocks noGrp="1" noRot="1" noChangeAspect="1" noChangeArrowheads="1" noTextEdit="1"/>
          </p:cNvSpPr>
          <p:nvPr>
            <p:ph type="sldImg" idx="2"/>
          </p:nvPr>
        </p:nvSpPr>
        <p:spPr bwMode="auto">
          <a:xfrm>
            <a:off x="992188" y="768350"/>
            <a:ext cx="5114925" cy="3836988"/>
          </a:xfrm>
          <a:prstGeom prst="rect">
            <a:avLst/>
          </a:prstGeom>
          <a:noFill/>
          <a:ln w="9525">
            <a:solidFill>
              <a:srgbClr val="000000"/>
            </a:solidFill>
            <a:miter lim="800000"/>
            <a:headEnd/>
            <a:tailEnd/>
          </a:ln>
          <a:effectLst/>
        </p:spPr>
      </p:sp>
      <p:sp>
        <p:nvSpPr>
          <p:cNvPr id="142341" name="Rectangle 5"/>
          <p:cNvSpPr>
            <a:spLocks noGrp="1" noChangeArrowheads="1"/>
          </p:cNvSpPr>
          <p:nvPr>
            <p:ph type="body" sz="quarter" idx="3"/>
          </p:nvPr>
        </p:nvSpPr>
        <p:spPr bwMode="auto">
          <a:xfrm>
            <a:off x="709930" y="4861441"/>
            <a:ext cx="5679440" cy="4605576"/>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42342" name="Rectangle 6"/>
          <p:cNvSpPr>
            <a:spLocks noGrp="1" noChangeArrowheads="1"/>
          </p:cNvSpPr>
          <p:nvPr>
            <p:ph type="ftr" sz="quarter" idx="4"/>
          </p:nvPr>
        </p:nvSpPr>
        <p:spPr bwMode="auto">
          <a:xfrm>
            <a:off x="0" y="9721106"/>
            <a:ext cx="3076363" cy="511731"/>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a:defRPr sz="1300" b="0"/>
            </a:lvl1pPr>
          </a:lstStyle>
          <a:p>
            <a:endParaRPr lang="en-US" altLang="zh-CN"/>
          </a:p>
        </p:txBody>
      </p:sp>
      <p:sp>
        <p:nvSpPr>
          <p:cNvPr id="142343" name="Rectangle 7"/>
          <p:cNvSpPr>
            <a:spLocks noGrp="1" noChangeArrowheads="1"/>
          </p:cNvSpPr>
          <p:nvPr>
            <p:ph type="sldNum" sz="quarter" idx="5"/>
          </p:nvPr>
        </p:nvSpPr>
        <p:spPr bwMode="auto">
          <a:xfrm>
            <a:off x="4021294" y="9721106"/>
            <a:ext cx="3076363" cy="511731"/>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algn="r">
              <a:defRPr sz="1300" b="0"/>
            </a:lvl1pPr>
          </a:lstStyle>
          <a:p>
            <a:fld id="{C0BAB51E-542F-4309-B8DF-41BB7F180D00}" type="slidenum">
              <a:rPr lang="zh-CN" altLang="en-US"/>
              <a:pPr/>
              <a:t>‹#›</a:t>
            </a:fld>
            <a:endParaRPr lang="en-US" altLang="zh-CN"/>
          </a:p>
        </p:txBody>
      </p:sp>
    </p:spTree>
    <p:extLst>
      <p:ext uri="{BB962C8B-B14F-4D97-AF65-F5344CB8AC3E}">
        <p14:creationId xmlns:p14="http://schemas.microsoft.com/office/powerpoint/2010/main" val="3921812933"/>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itchFamily="34" charset="0"/>
        <a:ea typeface="宋体" pitchFamily="2" charset="-122"/>
        <a:cs typeface="+mn-cs"/>
      </a:defRPr>
    </a:lvl1pPr>
    <a:lvl2pPr marL="457200" algn="l" rtl="0" fontAlgn="base">
      <a:spcBef>
        <a:spcPct val="30000"/>
      </a:spcBef>
      <a:spcAft>
        <a:spcPct val="0"/>
      </a:spcAft>
      <a:defRPr sz="1200" kern="1200">
        <a:solidFill>
          <a:schemeClr val="tx1"/>
        </a:solidFill>
        <a:latin typeface="Arial" pitchFamily="34" charset="0"/>
        <a:ea typeface="宋体" pitchFamily="2" charset="-122"/>
        <a:cs typeface="+mn-cs"/>
      </a:defRPr>
    </a:lvl2pPr>
    <a:lvl3pPr marL="914400" algn="l" rtl="0" fontAlgn="base">
      <a:spcBef>
        <a:spcPct val="30000"/>
      </a:spcBef>
      <a:spcAft>
        <a:spcPct val="0"/>
      </a:spcAft>
      <a:defRPr sz="1200" kern="1200">
        <a:solidFill>
          <a:schemeClr val="tx1"/>
        </a:solidFill>
        <a:latin typeface="Arial" pitchFamily="34" charset="0"/>
        <a:ea typeface="宋体" pitchFamily="2" charset="-122"/>
        <a:cs typeface="+mn-cs"/>
      </a:defRPr>
    </a:lvl3pPr>
    <a:lvl4pPr marL="1371600" algn="l" rtl="0" fontAlgn="base">
      <a:spcBef>
        <a:spcPct val="30000"/>
      </a:spcBef>
      <a:spcAft>
        <a:spcPct val="0"/>
      </a:spcAft>
      <a:defRPr sz="1200" kern="1200">
        <a:solidFill>
          <a:schemeClr val="tx1"/>
        </a:solidFill>
        <a:latin typeface="Arial" pitchFamily="34" charset="0"/>
        <a:ea typeface="宋体" pitchFamily="2" charset="-122"/>
        <a:cs typeface="+mn-cs"/>
      </a:defRPr>
    </a:lvl4pPr>
    <a:lvl5pPr marL="1828800" algn="l" rtl="0" fontAlgn="base">
      <a:spcBef>
        <a:spcPct val="30000"/>
      </a:spcBef>
      <a:spcAft>
        <a:spcPct val="0"/>
      </a:spcAft>
      <a:defRPr sz="1200" kern="1200">
        <a:solidFill>
          <a:schemeClr val="tx1"/>
        </a:solidFill>
        <a:latin typeface="Arial"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noProof="0" dirty="0"/>
          </a:p>
        </p:txBody>
      </p:sp>
      <p:sp>
        <p:nvSpPr>
          <p:cNvPr id="4" name="灯片编号占位符 3"/>
          <p:cNvSpPr>
            <a:spLocks noGrp="1"/>
          </p:cNvSpPr>
          <p:nvPr>
            <p:ph type="sldNum" sz="quarter" idx="10"/>
          </p:nvPr>
        </p:nvSpPr>
        <p:spPr/>
        <p:txBody>
          <a:bodyPr/>
          <a:lstStyle/>
          <a:p>
            <a:fld id="{C0BAB51E-542F-4309-B8DF-41BB7F180D00}" type="slidenum">
              <a:rPr lang="zh-CN" altLang="en-US" smtClean="0"/>
              <a:pPr/>
              <a:t>1</a:t>
            </a:fld>
            <a:endParaRPr lang="en-US" altLang="zh-CN" dirty="0"/>
          </a:p>
        </p:txBody>
      </p:sp>
    </p:spTree>
    <p:extLst>
      <p:ext uri="{BB962C8B-B14F-4D97-AF65-F5344CB8AC3E}">
        <p14:creationId xmlns:p14="http://schemas.microsoft.com/office/powerpoint/2010/main" val="17497476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3076" name="Rectangle 4"/>
          <p:cNvSpPr>
            <a:spLocks noGrp="1" noChangeArrowheads="1"/>
          </p:cNvSpPr>
          <p:nvPr>
            <p:ph type="dt" sz="half" idx="2"/>
          </p:nvPr>
        </p:nvSpPr>
        <p:spPr bwMode="white">
          <a:xfrm>
            <a:off x="457200" y="6477000"/>
            <a:ext cx="2133600" cy="244475"/>
          </a:xfrm>
        </p:spPr>
        <p:txBody>
          <a:bodyPr/>
          <a:lstStyle>
            <a:lvl1pPr>
              <a:defRPr/>
            </a:lvl1pPr>
          </a:lstStyle>
          <a:p>
            <a:endParaRPr lang="en-US" altLang="zh-CN"/>
          </a:p>
        </p:txBody>
      </p:sp>
      <p:sp>
        <p:nvSpPr>
          <p:cNvPr id="3077" name="Rectangle 5"/>
          <p:cNvSpPr>
            <a:spLocks noGrp="1" noChangeArrowheads="1"/>
          </p:cNvSpPr>
          <p:nvPr>
            <p:ph type="ftr" sz="quarter" idx="3"/>
          </p:nvPr>
        </p:nvSpPr>
        <p:spPr bwMode="white">
          <a:xfrm>
            <a:off x="5930900" y="6384925"/>
            <a:ext cx="2895600" cy="244475"/>
          </a:xfrm>
        </p:spPr>
        <p:txBody>
          <a:bodyPr/>
          <a:lstStyle>
            <a:lvl1pPr>
              <a:lnSpc>
                <a:spcPct val="90000"/>
              </a:lnSpc>
              <a:spcBef>
                <a:spcPct val="20000"/>
              </a:spcBef>
              <a:buClr>
                <a:schemeClr val="tx2"/>
              </a:buClr>
              <a:buFont typeface="Wingdings" pitchFamily="2" charset="2"/>
              <a:buNone/>
              <a:defRPr/>
            </a:lvl1pPr>
          </a:lstStyle>
          <a:p>
            <a:r>
              <a:rPr lang="en-US" altLang="zh-CN" smtClean="0"/>
              <a:t>www.themegallery.com</a:t>
            </a:r>
            <a:endParaRPr lang="en-US" altLang="zh-CN"/>
          </a:p>
        </p:txBody>
      </p:sp>
      <p:sp>
        <p:nvSpPr>
          <p:cNvPr id="3078" name="Rectangle 6"/>
          <p:cNvSpPr>
            <a:spLocks noGrp="1" noChangeArrowheads="1"/>
          </p:cNvSpPr>
          <p:nvPr>
            <p:ph type="sldNum" sz="quarter" idx="4"/>
          </p:nvPr>
        </p:nvSpPr>
        <p:spPr bwMode="white">
          <a:xfrm>
            <a:off x="3124200" y="6477000"/>
            <a:ext cx="1828800" cy="244475"/>
          </a:xfrm>
        </p:spPr>
        <p:txBody>
          <a:bodyPr/>
          <a:lstStyle>
            <a:lvl1pPr>
              <a:defRPr/>
            </a:lvl1pPr>
          </a:lstStyle>
          <a:p>
            <a:fld id="{EB199F51-19EA-4878-9F53-2990CFB631B3}" type="slidenum">
              <a:rPr lang="zh-CN" altLang="en-US"/>
              <a:pPr/>
              <a:t>‹#›</a:t>
            </a:fld>
            <a:endParaRPr lang="en-US" altLang="zh-CN"/>
          </a:p>
        </p:txBody>
      </p:sp>
      <p:sp>
        <p:nvSpPr>
          <p:cNvPr id="3075" name="Rectangle 3"/>
          <p:cNvSpPr>
            <a:spLocks noGrp="1" noChangeArrowheads="1"/>
          </p:cNvSpPr>
          <p:nvPr>
            <p:ph type="subTitle" idx="1"/>
          </p:nvPr>
        </p:nvSpPr>
        <p:spPr bwMode="gray">
          <a:xfrm>
            <a:off x="2873375" y="4038600"/>
            <a:ext cx="5584825" cy="381000"/>
          </a:xfrm>
        </p:spPr>
        <p:txBody>
          <a:bodyPr/>
          <a:lstStyle>
            <a:lvl1pPr marL="0" indent="0">
              <a:buFont typeface="Wingdings" pitchFamily="2" charset="2"/>
              <a:buNone/>
              <a:defRPr sz="2000" b="1">
                <a:solidFill>
                  <a:schemeClr val="bg2"/>
                </a:solidFill>
              </a:defRPr>
            </a:lvl1pPr>
          </a:lstStyle>
          <a:p>
            <a:r>
              <a:rPr lang="en-US" altLang="zh-CN"/>
              <a:t>Click to edit Master subtitle style</a:t>
            </a:r>
          </a:p>
        </p:txBody>
      </p:sp>
      <p:sp>
        <p:nvSpPr>
          <p:cNvPr id="3074" name="Rectangle 2"/>
          <p:cNvSpPr>
            <a:spLocks noGrp="1" noChangeArrowheads="1"/>
          </p:cNvSpPr>
          <p:nvPr>
            <p:ph type="ctrTitle"/>
          </p:nvPr>
        </p:nvSpPr>
        <p:spPr bwMode="gray">
          <a:xfrm>
            <a:off x="2819400" y="3276600"/>
            <a:ext cx="5791200" cy="682625"/>
          </a:xfrm>
        </p:spPr>
        <p:txBody>
          <a:bodyPr/>
          <a:lstStyle>
            <a:lvl1pPr>
              <a:defRPr sz="4800">
                <a:solidFill>
                  <a:schemeClr val="bg1"/>
                </a:solidFill>
              </a:defRPr>
            </a:lvl1pPr>
          </a:lstStyle>
          <a:p>
            <a:r>
              <a:rPr lang="en-US" altLang="zh-CN"/>
              <a:t>Click to edit Master title style</a:t>
            </a:r>
          </a:p>
        </p:txBody>
      </p:sp>
      <p:sp>
        <p:nvSpPr>
          <p:cNvPr id="3120" name="Text Box 48"/>
          <p:cNvSpPr txBox="1">
            <a:spLocks noChangeArrowheads="1"/>
          </p:cNvSpPr>
          <p:nvPr/>
        </p:nvSpPr>
        <p:spPr bwMode="gray">
          <a:xfrm>
            <a:off x="6019800" y="5934075"/>
            <a:ext cx="2832100" cy="519113"/>
          </a:xfrm>
          <a:prstGeom prst="rect">
            <a:avLst/>
          </a:prstGeom>
          <a:noFill/>
          <a:ln w="9525">
            <a:noFill/>
            <a:miter lim="800000"/>
            <a:headEnd/>
            <a:tailEnd/>
          </a:ln>
          <a:effectLst/>
        </p:spPr>
        <p:txBody>
          <a:bodyPr>
            <a:spAutoFit/>
          </a:bodyPr>
          <a:lstStyle/>
          <a:p>
            <a:pPr algn="r"/>
            <a:r>
              <a:rPr lang="en-US" altLang="zh-CN" sz="2800" i="1">
                <a:solidFill>
                  <a:schemeClr val="accent1"/>
                </a:solidFill>
                <a:ea typeface="宋体" pitchFamily="2" charset="-122"/>
              </a:rPr>
              <a:t>LOGO</a:t>
            </a:r>
          </a:p>
        </p:txBody>
      </p:sp>
    </p:spTree>
  </p:cSld>
  <p:clrMapOvr>
    <a:masterClrMapping/>
  </p:clrMapOvr>
  <p:transition>
    <p:split dir="in"/>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r>
              <a:rPr lang="en-US" altLang="zh-CN"/>
              <a:t>www.themegallery.com</a:t>
            </a:r>
          </a:p>
        </p:txBody>
      </p:sp>
      <p:sp>
        <p:nvSpPr>
          <p:cNvPr id="6" name="灯片编号占位符 5"/>
          <p:cNvSpPr>
            <a:spLocks noGrp="1"/>
          </p:cNvSpPr>
          <p:nvPr>
            <p:ph type="sldNum" sz="quarter" idx="12"/>
          </p:nvPr>
        </p:nvSpPr>
        <p:spPr/>
        <p:txBody>
          <a:bodyPr/>
          <a:lstStyle>
            <a:lvl1pPr>
              <a:defRPr/>
            </a:lvl1pPr>
          </a:lstStyle>
          <a:p>
            <a:fld id="{AE60A1FF-8927-450B-A360-23049E3230E2}" type="slidenum">
              <a:rPr lang="zh-CN" altLang="en-US"/>
              <a:pPr/>
              <a:t>‹#›</a:t>
            </a:fld>
            <a:endParaRPr lang="en-US" altLang="zh-CN"/>
          </a:p>
        </p:txBody>
      </p:sp>
    </p:spTree>
  </p:cSld>
  <p:clrMapOvr>
    <a:masterClrMapping/>
  </p:clrMapOvr>
  <p:transition>
    <p:split dir="in"/>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r>
              <a:rPr lang="en-US" altLang="zh-CN"/>
              <a:t>www.themegallery.com</a:t>
            </a:r>
          </a:p>
        </p:txBody>
      </p:sp>
      <p:sp>
        <p:nvSpPr>
          <p:cNvPr id="6" name="灯片编号占位符 5"/>
          <p:cNvSpPr>
            <a:spLocks noGrp="1"/>
          </p:cNvSpPr>
          <p:nvPr>
            <p:ph type="sldNum" sz="quarter" idx="12"/>
          </p:nvPr>
        </p:nvSpPr>
        <p:spPr/>
        <p:txBody>
          <a:bodyPr/>
          <a:lstStyle>
            <a:lvl1pPr>
              <a:defRPr/>
            </a:lvl1pPr>
          </a:lstStyle>
          <a:p>
            <a:fld id="{FA91CD88-84E4-4F4C-A1B8-DFF43B59CA81}" type="slidenum">
              <a:rPr lang="zh-CN" altLang="en-US"/>
              <a:pPr/>
              <a:t>‹#›</a:t>
            </a:fld>
            <a:endParaRPr lang="en-US" altLang="zh-CN"/>
          </a:p>
        </p:txBody>
      </p:sp>
    </p:spTree>
  </p:cSld>
  <p:clrMapOvr>
    <a:masterClrMapping/>
  </p:clrMapOvr>
  <p:transition>
    <p:split dir="in"/>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533400" y="1295400"/>
            <a:ext cx="40767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762500" y="1295400"/>
            <a:ext cx="40767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r>
              <a:rPr lang="en-US" altLang="zh-CN"/>
              <a:t>www.themegallery.com</a:t>
            </a:r>
          </a:p>
        </p:txBody>
      </p:sp>
      <p:sp>
        <p:nvSpPr>
          <p:cNvPr id="7" name="灯片编号占位符 6"/>
          <p:cNvSpPr>
            <a:spLocks noGrp="1"/>
          </p:cNvSpPr>
          <p:nvPr>
            <p:ph type="sldNum" sz="quarter" idx="12"/>
          </p:nvPr>
        </p:nvSpPr>
        <p:spPr/>
        <p:txBody>
          <a:bodyPr/>
          <a:lstStyle>
            <a:lvl1pPr>
              <a:defRPr/>
            </a:lvl1pPr>
          </a:lstStyle>
          <a:p>
            <a:fld id="{E093F786-5748-403A-B65D-2D58BA76C53A}" type="slidenum">
              <a:rPr lang="zh-CN" altLang="en-US"/>
              <a:pPr/>
              <a:t>‹#›</a:t>
            </a:fld>
            <a:endParaRPr lang="en-US" altLang="zh-CN"/>
          </a:p>
        </p:txBody>
      </p:sp>
    </p:spTree>
  </p:cSld>
  <p:clrMapOvr>
    <a:masterClrMapping/>
  </p:clrMapOvr>
  <p:transition>
    <p:split dir="in"/>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r>
              <a:rPr lang="en-US" altLang="zh-CN"/>
              <a:t>www.themegallery.com</a:t>
            </a:r>
          </a:p>
        </p:txBody>
      </p:sp>
      <p:sp>
        <p:nvSpPr>
          <p:cNvPr id="9" name="灯片编号占位符 8"/>
          <p:cNvSpPr>
            <a:spLocks noGrp="1"/>
          </p:cNvSpPr>
          <p:nvPr>
            <p:ph type="sldNum" sz="quarter" idx="12"/>
          </p:nvPr>
        </p:nvSpPr>
        <p:spPr/>
        <p:txBody>
          <a:bodyPr/>
          <a:lstStyle>
            <a:lvl1pPr>
              <a:defRPr/>
            </a:lvl1pPr>
          </a:lstStyle>
          <a:p>
            <a:fld id="{DF0DA2BD-64A8-475B-8174-9DB53006163D}" type="slidenum">
              <a:rPr lang="zh-CN" altLang="en-US"/>
              <a:pPr/>
              <a:t>‹#›</a:t>
            </a:fld>
            <a:endParaRPr lang="en-US" altLang="zh-CN"/>
          </a:p>
        </p:txBody>
      </p:sp>
    </p:spTree>
  </p:cSld>
  <p:clrMapOvr>
    <a:masterClrMapping/>
  </p:clrMapOvr>
  <p:transition>
    <p:split dir="in"/>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r>
              <a:rPr lang="en-US" altLang="zh-CN"/>
              <a:t>www.themegallery.com</a:t>
            </a:r>
          </a:p>
        </p:txBody>
      </p:sp>
      <p:sp>
        <p:nvSpPr>
          <p:cNvPr id="5" name="灯片编号占位符 4"/>
          <p:cNvSpPr>
            <a:spLocks noGrp="1"/>
          </p:cNvSpPr>
          <p:nvPr>
            <p:ph type="sldNum" sz="quarter" idx="12"/>
          </p:nvPr>
        </p:nvSpPr>
        <p:spPr/>
        <p:txBody>
          <a:bodyPr/>
          <a:lstStyle>
            <a:lvl1pPr>
              <a:defRPr/>
            </a:lvl1pPr>
          </a:lstStyle>
          <a:p>
            <a:fld id="{BF13E073-51B2-409C-9CC6-2676692609A5}" type="slidenum">
              <a:rPr lang="zh-CN" altLang="en-US"/>
              <a:pPr/>
              <a:t>‹#›</a:t>
            </a:fld>
            <a:endParaRPr lang="en-US" altLang="zh-CN"/>
          </a:p>
        </p:txBody>
      </p:sp>
    </p:spTree>
  </p:cSld>
  <p:clrMapOvr>
    <a:masterClrMapping/>
  </p:clrMapOvr>
  <p:transition>
    <p:split dir="in"/>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r>
              <a:rPr lang="en-US" altLang="zh-CN"/>
              <a:t>www.themegallery.com</a:t>
            </a:r>
          </a:p>
        </p:txBody>
      </p:sp>
      <p:sp>
        <p:nvSpPr>
          <p:cNvPr id="4" name="灯片编号占位符 3"/>
          <p:cNvSpPr>
            <a:spLocks noGrp="1"/>
          </p:cNvSpPr>
          <p:nvPr>
            <p:ph type="sldNum" sz="quarter" idx="12"/>
          </p:nvPr>
        </p:nvSpPr>
        <p:spPr/>
        <p:txBody>
          <a:bodyPr/>
          <a:lstStyle>
            <a:lvl1pPr>
              <a:defRPr/>
            </a:lvl1pPr>
          </a:lstStyle>
          <a:p>
            <a:fld id="{014F34BE-B442-4F67-B04E-086D010E6D8B}" type="slidenum">
              <a:rPr lang="zh-CN" altLang="en-US"/>
              <a:pPr/>
              <a:t>‹#›</a:t>
            </a:fld>
            <a:endParaRPr lang="en-US" altLang="zh-CN"/>
          </a:p>
        </p:txBody>
      </p:sp>
    </p:spTree>
  </p:cSld>
  <p:clrMapOvr>
    <a:masterClrMapping/>
  </p:clrMapOvr>
  <p:transition>
    <p:split dir="in"/>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r>
              <a:rPr lang="en-US" altLang="zh-CN"/>
              <a:t>www.themegallery.com</a:t>
            </a:r>
          </a:p>
        </p:txBody>
      </p:sp>
      <p:sp>
        <p:nvSpPr>
          <p:cNvPr id="7" name="灯片编号占位符 6"/>
          <p:cNvSpPr>
            <a:spLocks noGrp="1"/>
          </p:cNvSpPr>
          <p:nvPr>
            <p:ph type="sldNum" sz="quarter" idx="12"/>
          </p:nvPr>
        </p:nvSpPr>
        <p:spPr/>
        <p:txBody>
          <a:bodyPr/>
          <a:lstStyle>
            <a:lvl1pPr>
              <a:defRPr/>
            </a:lvl1pPr>
          </a:lstStyle>
          <a:p>
            <a:fld id="{EB1EDA81-DDCE-406C-B24A-15D5956109F8}" type="slidenum">
              <a:rPr lang="zh-CN" altLang="en-US"/>
              <a:pPr/>
              <a:t>‹#›</a:t>
            </a:fld>
            <a:endParaRPr lang="en-US" altLang="zh-CN"/>
          </a:p>
        </p:txBody>
      </p:sp>
    </p:spTree>
  </p:cSld>
  <p:clrMapOvr>
    <a:masterClrMapping/>
  </p:clrMapOvr>
  <p:transition>
    <p:split dir="in"/>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r>
              <a:rPr lang="en-US" altLang="zh-CN"/>
              <a:t>www.themegallery.com</a:t>
            </a:r>
          </a:p>
        </p:txBody>
      </p:sp>
      <p:sp>
        <p:nvSpPr>
          <p:cNvPr id="7" name="灯片编号占位符 6"/>
          <p:cNvSpPr>
            <a:spLocks noGrp="1"/>
          </p:cNvSpPr>
          <p:nvPr>
            <p:ph type="sldNum" sz="quarter" idx="12"/>
          </p:nvPr>
        </p:nvSpPr>
        <p:spPr/>
        <p:txBody>
          <a:bodyPr/>
          <a:lstStyle>
            <a:lvl1pPr>
              <a:defRPr/>
            </a:lvl1pPr>
          </a:lstStyle>
          <a:p>
            <a:fld id="{E8B21C80-05A1-44E3-B6D0-233F1D1BBAEC}" type="slidenum">
              <a:rPr lang="zh-CN" altLang="en-US"/>
              <a:pPr/>
              <a:t>‹#›</a:t>
            </a:fld>
            <a:endParaRPr lang="en-US" altLang="zh-CN"/>
          </a:p>
        </p:txBody>
      </p:sp>
    </p:spTree>
  </p:cSld>
  <p:clrMapOvr>
    <a:masterClrMapping/>
  </p:clrMapOvr>
  <p:transition>
    <p:split dir="in"/>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r>
              <a:rPr lang="en-US" altLang="zh-CN"/>
              <a:t>www.themegallery.com</a:t>
            </a:r>
          </a:p>
        </p:txBody>
      </p:sp>
      <p:sp>
        <p:nvSpPr>
          <p:cNvPr id="6" name="灯片编号占位符 5"/>
          <p:cNvSpPr>
            <a:spLocks noGrp="1"/>
          </p:cNvSpPr>
          <p:nvPr>
            <p:ph type="sldNum" sz="quarter" idx="12"/>
          </p:nvPr>
        </p:nvSpPr>
        <p:spPr/>
        <p:txBody>
          <a:bodyPr/>
          <a:lstStyle>
            <a:lvl1pPr>
              <a:defRPr/>
            </a:lvl1pPr>
          </a:lstStyle>
          <a:p>
            <a:fld id="{0619CCDD-42E8-43F9-AF82-EE697B321F70}" type="slidenum">
              <a:rPr lang="zh-CN" altLang="en-US"/>
              <a:pPr/>
              <a:t>‹#›</a:t>
            </a:fld>
            <a:endParaRPr lang="en-US" altLang="zh-CN"/>
          </a:p>
        </p:txBody>
      </p:sp>
    </p:spTree>
  </p:cSld>
  <p:clrMapOvr>
    <a:masterClrMapping/>
  </p:clrMapOvr>
  <p:transition>
    <p:split dir="in"/>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62750" y="457200"/>
            <a:ext cx="2076450" cy="55626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533400" y="457200"/>
            <a:ext cx="6076950" cy="55626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r>
              <a:rPr lang="en-US" altLang="zh-CN"/>
              <a:t>www.themegallery.com</a:t>
            </a:r>
          </a:p>
        </p:txBody>
      </p:sp>
      <p:sp>
        <p:nvSpPr>
          <p:cNvPr id="6" name="灯片编号占位符 5"/>
          <p:cNvSpPr>
            <a:spLocks noGrp="1"/>
          </p:cNvSpPr>
          <p:nvPr>
            <p:ph type="sldNum" sz="quarter" idx="12"/>
          </p:nvPr>
        </p:nvSpPr>
        <p:spPr/>
        <p:txBody>
          <a:bodyPr/>
          <a:lstStyle>
            <a:lvl1pPr>
              <a:defRPr/>
            </a:lvl1pPr>
          </a:lstStyle>
          <a:p>
            <a:fld id="{939195A1-1D12-4407-9C83-1405FB60D50A}" type="slidenum">
              <a:rPr lang="zh-CN" altLang="en-US"/>
              <a:pPr/>
              <a:t>‹#›</a:t>
            </a:fld>
            <a:endParaRPr lang="en-US" altLang="zh-CN"/>
          </a:p>
        </p:txBody>
      </p:sp>
    </p:spTree>
  </p:cSld>
  <p:clrMapOvr>
    <a:masterClrMapping/>
  </p:clrMapOvr>
  <p:transition>
    <p:split dir="in"/>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1828800" y="457200"/>
            <a:ext cx="6934200" cy="563563"/>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533400" y="1295400"/>
            <a:ext cx="4076700" cy="47244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762500" y="1295400"/>
            <a:ext cx="4076700" cy="22860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762500" y="3733800"/>
            <a:ext cx="4076700" cy="22860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日期占位符 5"/>
          <p:cNvSpPr>
            <a:spLocks noGrp="1"/>
          </p:cNvSpPr>
          <p:nvPr>
            <p:ph type="dt" sz="half" idx="10"/>
          </p:nvPr>
        </p:nvSpPr>
        <p:spPr>
          <a:xfrm>
            <a:off x="304800" y="6553200"/>
            <a:ext cx="2133600" cy="228600"/>
          </a:xfrm>
        </p:spPr>
        <p:txBody>
          <a:bodyPr/>
          <a:lstStyle>
            <a:lvl1pPr>
              <a:defRPr/>
            </a:lvl1pPr>
          </a:lstStyle>
          <a:p>
            <a:endParaRPr lang="en-US" altLang="zh-CN"/>
          </a:p>
        </p:txBody>
      </p:sp>
      <p:sp>
        <p:nvSpPr>
          <p:cNvPr id="7" name="页脚占位符 6"/>
          <p:cNvSpPr>
            <a:spLocks noGrp="1"/>
          </p:cNvSpPr>
          <p:nvPr>
            <p:ph type="ftr" sz="quarter" idx="11"/>
          </p:nvPr>
        </p:nvSpPr>
        <p:spPr>
          <a:xfrm>
            <a:off x="5943600" y="6324600"/>
            <a:ext cx="2895600" cy="228600"/>
          </a:xfrm>
        </p:spPr>
        <p:txBody>
          <a:bodyPr/>
          <a:lstStyle>
            <a:lvl1pPr>
              <a:defRPr/>
            </a:lvl1pPr>
          </a:lstStyle>
          <a:p>
            <a:r>
              <a:rPr lang="en-US" altLang="zh-CN"/>
              <a:t>www.themegallery.com</a:t>
            </a:r>
          </a:p>
        </p:txBody>
      </p:sp>
      <p:sp>
        <p:nvSpPr>
          <p:cNvPr id="8" name="灯片编号占位符 7"/>
          <p:cNvSpPr>
            <a:spLocks noGrp="1"/>
          </p:cNvSpPr>
          <p:nvPr>
            <p:ph type="sldNum" sz="quarter" idx="12"/>
          </p:nvPr>
        </p:nvSpPr>
        <p:spPr>
          <a:xfrm>
            <a:off x="2971800" y="6553200"/>
            <a:ext cx="2133600" cy="228600"/>
          </a:xfrm>
        </p:spPr>
        <p:txBody>
          <a:bodyPr/>
          <a:lstStyle>
            <a:lvl1pPr>
              <a:defRPr/>
            </a:lvl1pPr>
          </a:lstStyle>
          <a:p>
            <a:fld id="{3A9918A6-FB9D-4345-84D7-C631E1A50833}" type="slidenum">
              <a:rPr lang="zh-CN" altLang="en-US"/>
              <a:pPr/>
              <a:t>‹#›</a:t>
            </a:fld>
            <a:endParaRPr lang="en-US" altLang="zh-CN"/>
          </a:p>
        </p:txBody>
      </p:sp>
    </p:spTree>
  </p:cSld>
  <p:clrMapOvr>
    <a:masterClrMapping/>
  </p:clrMapOvr>
  <p:transition>
    <p:split dir="in"/>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828800" y="457200"/>
            <a:ext cx="6934200" cy="563563"/>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533400" y="1295400"/>
            <a:ext cx="4076700" cy="47244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762500" y="1295400"/>
            <a:ext cx="4076700" cy="47244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a:xfrm>
            <a:off x="304800" y="6553200"/>
            <a:ext cx="2133600" cy="228600"/>
          </a:xfrm>
        </p:spPr>
        <p:txBody>
          <a:bodyPr/>
          <a:lstStyle>
            <a:lvl1pPr>
              <a:defRPr/>
            </a:lvl1pPr>
          </a:lstStyle>
          <a:p>
            <a:endParaRPr lang="en-US" altLang="zh-CN"/>
          </a:p>
        </p:txBody>
      </p:sp>
      <p:sp>
        <p:nvSpPr>
          <p:cNvPr id="6" name="页脚占位符 5"/>
          <p:cNvSpPr>
            <a:spLocks noGrp="1"/>
          </p:cNvSpPr>
          <p:nvPr>
            <p:ph type="ftr" sz="quarter" idx="11"/>
          </p:nvPr>
        </p:nvSpPr>
        <p:spPr>
          <a:xfrm>
            <a:off x="5943600" y="6324600"/>
            <a:ext cx="2895600" cy="228600"/>
          </a:xfrm>
        </p:spPr>
        <p:txBody>
          <a:bodyPr/>
          <a:lstStyle>
            <a:lvl1pPr>
              <a:defRPr/>
            </a:lvl1pPr>
          </a:lstStyle>
          <a:p>
            <a:r>
              <a:rPr lang="en-US" altLang="zh-CN"/>
              <a:t>www.themegallery.com</a:t>
            </a:r>
          </a:p>
        </p:txBody>
      </p:sp>
      <p:sp>
        <p:nvSpPr>
          <p:cNvPr id="7" name="灯片编号占位符 6"/>
          <p:cNvSpPr>
            <a:spLocks noGrp="1"/>
          </p:cNvSpPr>
          <p:nvPr>
            <p:ph type="sldNum" sz="quarter" idx="12"/>
          </p:nvPr>
        </p:nvSpPr>
        <p:spPr>
          <a:xfrm>
            <a:off x="2971800" y="6553200"/>
            <a:ext cx="2133600" cy="228600"/>
          </a:xfrm>
        </p:spPr>
        <p:txBody>
          <a:bodyPr/>
          <a:lstStyle>
            <a:lvl1pPr>
              <a:defRPr/>
            </a:lvl1pPr>
          </a:lstStyle>
          <a:p>
            <a:fld id="{650D3909-0FDA-4EAF-87C6-835B97781AD7}" type="slidenum">
              <a:rPr lang="zh-CN" altLang="en-US"/>
              <a:pPr/>
              <a:t>‹#›</a:t>
            </a:fld>
            <a:endParaRPr lang="en-US" altLang="zh-CN"/>
          </a:p>
        </p:txBody>
      </p:sp>
    </p:spTree>
  </p:cSld>
  <p:clrMapOvr>
    <a:masterClrMapping/>
  </p:clrMapOvr>
  <p:transition>
    <p:split dir="in"/>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533400" y="457200"/>
            <a:ext cx="8305800" cy="55626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日期占位符 2"/>
          <p:cNvSpPr>
            <a:spLocks noGrp="1"/>
          </p:cNvSpPr>
          <p:nvPr>
            <p:ph type="dt" sz="half" idx="10"/>
          </p:nvPr>
        </p:nvSpPr>
        <p:spPr>
          <a:xfrm>
            <a:off x="304800" y="6553200"/>
            <a:ext cx="2133600" cy="228600"/>
          </a:xfrm>
        </p:spPr>
        <p:txBody>
          <a:bodyPr/>
          <a:lstStyle>
            <a:lvl1pPr>
              <a:defRPr/>
            </a:lvl1pPr>
          </a:lstStyle>
          <a:p>
            <a:endParaRPr lang="en-US" altLang="zh-CN"/>
          </a:p>
        </p:txBody>
      </p:sp>
      <p:sp>
        <p:nvSpPr>
          <p:cNvPr id="4" name="页脚占位符 3"/>
          <p:cNvSpPr>
            <a:spLocks noGrp="1"/>
          </p:cNvSpPr>
          <p:nvPr>
            <p:ph type="ftr" sz="quarter" idx="11"/>
          </p:nvPr>
        </p:nvSpPr>
        <p:spPr>
          <a:xfrm>
            <a:off x="5943600" y="6324600"/>
            <a:ext cx="2895600" cy="228600"/>
          </a:xfrm>
        </p:spPr>
        <p:txBody>
          <a:bodyPr/>
          <a:lstStyle>
            <a:lvl1pPr>
              <a:defRPr/>
            </a:lvl1pPr>
          </a:lstStyle>
          <a:p>
            <a:r>
              <a:rPr lang="en-US" altLang="zh-CN"/>
              <a:t>www.themegallery.com</a:t>
            </a:r>
          </a:p>
        </p:txBody>
      </p:sp>
      <p:sp>
        <p:nvSpPr>
          <p:cNvPr id="5" name="灯片编号占位符 4"/>
          <p:cNvSpPr>
            <a:spLocks noGrp="1"/>
          </p:cNvSpPr>
          <p:nvPr>
            <p:ph type="sldNum" sz="quarter" idx="12"/>
          </p:nvPr>
        </p:nvSpPr>
        <p:spPr>
          <a:xfrm>
            <a:off x="2971800" y="6553200"/>
            <a:ext cx="2133600" cy="228600"/>
          </a:xfrm>
        </p:spPr>
        <p:txBody>
          <a:bodyPr/>
          <a:lstStyle>
            <a:lvl1pPr>
              <a:defRPr/>
            </a:lvl1pPr>
          </a:lstStyle>
          <a:p>
            <a:fld id="{C6A1BD1A-F58C-43C7-85A7-8B00F5A85132}" type="slidenum">
              <a:rPr lang="zh-CN" altLang="en-US"/>
              <a:pPr/>
              <a:t>‹#›</a:t>
            </a:fld>
            <a:endParaRPr lang="en-US" altLang="zh-CN"/>
          </a:p>
        </p:txBody>
      </p:sp>
    </p:spTree>
  </p:cSld>
  <p:clrMapOvr>
    <a:masterClrMapping/>
  </p:clrMapOvr>
  <p:transition>
    <p:split dir="in"/>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1828800" y="457200"/>
            <a:ext cx="6934200" cy="563563"/>
          </a:xfrm>
        </p:spPr>
        <p:txBody>
          <a:bodyPr/>
          <a:lstStyle/>
          <a:p>
            <a:r>
              <a:rPr lang="zh-CN" altLang="en-US" smtClean="0"/>
              <a:t>单击此处编辑母版标题样式</a:t>
            </a:r>
            <a:endParaRPr lang="zh-CN" altLang="en-US"/>
          </a:p>
        </p:txBody>
      </p:sp>
      <p:sp>
        <p:nvSpPr>
          <p:cNvPr id="3" name="内容占位符 2"/>
          <p:cNvSpPr>
            <a:spLocks noGrp="1"/>
          </p:cNvSpPr>
          <p:nvPr>
            <p:ph sz="quarter" idx="1"/>
          </p:nvPr>
        </p:nvSpPr>
        <p:spPr>
          <a:xfrm>
            <a:off x="533400" y="1295400"/>
            <a:ext cx="4076700" cy="22860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762500" y="1295400"/>
            <a:ext cx="4076700" cy="22860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533400" y="3733800"/>
            <a:ext cx="4076700" cy="22860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内容占位符 5"/>
          <p:cNvSpPr>
            <a:spLocks noGrp="1"/>
          </p:cNvSpPr>
          <p:nvPr>
            <p:ph sz="quarter" idx="4"/>
          </p:nvPr>
        </p:nvSpPr>
        <p:spPr>
          <a:xfrm>
            <a:off x="4762500" y="3733800"/>
            <a:ext cx="4076700" cy="22860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a:xfrm>
            <a:off x="304800" y="6553200"/>
            <a:ext cx="2133600" cy="228600"/>
          </a:xfrm>
        </p:spPr>
        <p:txBody>
          <a:bodyPr/>
          <a:lstStyle>
            <a:lvl1pPr>
              <a:defRPr/>
            </a:lvl1pPr>
          </a:lstStyle>
          <a:p>
            <a:endParaRPr lang="en-US" altLang="zh-CN"/>
          </a:p>
        </p:txBody>
      </p:sp>
      <p:sp>
        <p:nvSpPr>
          <p:cNvPr id="8" name="页脚占位符 7"/>
          <p:cNvSpPr>
            <a:spLocks noGrp="1"/>
          </p:cNvSpPr>
          <p:nvPr>
            <p:ph type="ftr" sz="quarter" idx="11"/>
          </p:nvPr>
        </p:nvSpPr>
        <p:spPr>
          <a:xfrm>
            <a:off x="5943600" y="6324600"/>
            <a:ext cx="2895600" cy="228600"/>
          </a:xfrm>
        </p:spPr>
        <p:txBody>
          <a:bodyPr/>
          <a:lstStyle>
            <a:lvl1pPr>
              <a:defRPr/>
            </a:lvl1pPr>
          </a:lstStyle>
          <a:p>
            <a:r>
              <a:rPr lang="en-US" altLang="zh-CN"/>
              <a:t>www.themegallery.com</a:t>
            </a:r>
          </a:p>
        </p:txBody>
      </p:sp>
      <p:sp>
        <p:nvSpPr>
          <p:cNvPr id="9" name="灯片编号占位符 8"/>
          <p:cNvSpPr>
            <a:spLocks noGrp="1"/>
          </p:cNvSpPr>
          <p:nvPr>
            <p:ph type="sldNum" sz="quarter" idx="12"/>
          </p:nvPr>
        </p:nvSpPr>
        <p:spPr>
          <a:xfrm>
            <a:off x="2971800" y="6553200"/>
            <a:ext cx="2133600" cy="228600"/>
          </a:xfrm>
        </p:spPr>
        <p:txBody>
          <a:bodyPr/>
          <a:lstStyle>
            <a:lvl1pPr>
              <a:defRPr/>
            </a:lvl1pPr>
          </a:lstStyle>
          <a:p>
            <a:fld id="{DD45B94A-8FB4-4F06-8AC9-465CA2EEC8FC}" type="slidenum">
              <a:rPr lang="zh-CN" altLang="en-US"/>
              <a:pPr/>
              <a:t>‹#›</a:t>
            </a:fld>
            <a:endParaRPr lang="en-US" altLang="zh-CN"/>
          </a:p>
        </p:txBody>
      </p:sp>
    </p:spTree>
  </p:cSld>
  <p:clrMapOvr>
    <a:masterClrMapping/>
  </p:clrMapOvr>
  <p:transition>
    <p:split dir="in"/>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invGray">
      <p:bgPr>
        <a:blipFill dpi="0" rotWithShape="0">
          <a:blip r:embed="rId17"/>
          <a:srcRect/>
          <a:stretch>
            <a:fillRect/>
          </a:stretch>
        </a:blipFill>
        <a:effectLst/>
      </p:bgPr>
    </p:bg>
    <p:spTree>
      <p:nvGrpSpPr>
        <p:cNvPr id="1" name=""/>
        <p:cNvGrpSpPr/>
        <p:nvPr/>
      </p:nvGrpSpPr>
      <p:grpSpPr>
        <a:xfrm>
          <a:off x="0" y="0"/>
          <a:ext cx="0" cy="0"/>
          <a:chOff x="0" y="0"/>
          <a:chExt cx="0" cy="0"/>
        </a:xfrm>
      </p:grpSpPr>
      <p:sp>
        <p:nvSpPr>
          <p:cNvPr id="1027" name="Rectangle 3"/>
          <p:cNvSpPr>
            <a:spLocks noGrp="1" noChangeArrowheads="1"/>
          </p:cNvSpPr>
          <p:nvPr>
            <p:ph type="body" idx="1"/>
          </p:nvPr>
        </p:nvSpPr>
        <p:spPr bwMode="auto">
          <a:xfrm>
            <a:off x="533400" y="1295400"/>
            <a:ext cx="8305800" cy="4724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ltLang="zh-CN" smtClean="0"/>
              <a:t>Click to edit Master text styles</a:t>
            </a:r>
          </a:p>
          <a:p>
            <a:pPr lvl="1"/>
            <a:r>
              <a:rPr lang="en-US" altLang="zh-CN" smtClean="0"/>
              <a:t>Second level</a:t>
            </a:r>
          </a:p>
          <a:p>
            <a:pPr lvl="2"/>
            <a:r>
              <a:rPr lang="en-US" altLang="zh-CN" smtClean="0"/>
              <a:t>Third level</a:t>
            </a:r>
          </a:p>
          <a:p>
            <a:pPr lvl="3"/>
            <a:r>
              <a:rPr lang="en-US" altLang="zh-CN" smtClean="0"/>
              <a:t>Fourth level</a:t>
            </a:r>
          </a:p>
          <a:p>
            <a:pPr lvl="4"/>
            <a:r>
              <a:rPr lang="en-US" altLang="zh-CN" smtClean="0"/>
              <a:t>Fifth level</a:t>
            </a:r>
          </a:p>
        </p:txBody>
      </p:sp>
      <p:sp>
        <p:nvSpPr>
          <p:cNvPr id="1028" name="Rectangle 4"/>
          <p:cNvSpPr>
            <a:spLocks noGrp="1" noChangeArrowheads="1"/>
          </p:cNvSpPr>
          <p:nvPr>
            <p:ph type="dt" sz="half" idx="2"/>
          </p:nvPr>
        </p:nvSpPr>
        <p:spPr bwMode="black">
          <a:xfrm>
            <a:off x="304800" y="6553200"/>
            <a:ext cx="2133600" cy="228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b="0">
                <a:ea typeface="宋体" pitchFamily="2" charset="-122"/>
              </a:defRPr>
            </a:lvl1pPr>
          </a:lstStyle>
          <a:p>
            <a:endParaRPr lang="en-US" altLang="zh-CN"/>
          </a:p>
        </p:txBody>
      </p:sp>
      <p:sp>
        <p:nvSpPr>
          <p:cNvPr id="1029" name="Rectangle 5"/>
          <p:cNvSpPr>
            <a:spLocks noGrp="1" noChangeArrowheads="1"/>
          </p:cNvSpPr>
          <p:nvPr>
            <p:ph type="ftr" sz="quarter" idx="3"/>
          </p:nvPr>
        </p:nvSpPr>
        <p:spPr bwMode="black">
          <a:xfrm>
            <a:off x="5943600" y="6324600"/>
            <a:ext cx="2895600" cy="228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a:ea typeface="宋体" pitchFamily="2" charset="-122"/>
              </a:defRPr>
            </a:lvl1pPr>
          </a:lstStyle>
          <a:p>
            <a:r>
              <a:rPr lang="en-US" altLang="zh-CN"/>
              <a:t>www.themegallery.com</a:t>
            </a:r>
          </a:p>
        </p:txBody>
      </p:sp>
      <p:sp>
        <p:nvSpPr>
          <p:cNvPr id="1030" name="Rectangle 6"/>
          <p:cNvSpPr>
            <a:spLocks noGrp="1" noChangeArrowheads="1"/>
          </p:cNvSpPr>
          <p:nvPr>
            <p:ph type="sldNum" sz="quarter" idx="4"/>
          </p:nvPr>
        </p:nvSpPr>
        <p:spPr bwMode="black">
          <a:xfrm>
            <a:off x="2971800" y="6553200"/>
            <a:ext cx="2133600" cy="228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a:ea typeface="宋体" pitchFamily="2" charset="-122"/>
              </a:defRPr>
            </a:lvl1pPr>
          </a:lstStyle>
          <a:p>
            <a:fld id="{4D9FABDE-4B4D-46A8-B385-35D6A85939DF}" type="slidenum">
              <a:rPr lang="zh-CN" altLang="en-US"/>
              <a:pPr/>
              <a:t>‹#›</a:t>
            </a:fld>
            <a:endParaRPr lang="en-US" altLang="zh-CN"/>
          </a:p>
        </p:txBody>
      </p:sp>
      <p:sp>
        <p:nvSpPr>
          <p:cNvPr id="1026" name="Rectangle 2"/>
          <p:cNvSpPr>
            <a:spLocks noGrp="1" noChangeArrowheads="1"/>
          </p:cNvSpPr>
          <p:nvPr>
            <p:ph type="title"/>
          </p:nvPr>
        </p:nvSpPr>
        <p:spPr bwMode="black">
          <a:xfrm>
            <a:off x="1828800" y="457200"/>
            <a:ext cx="6934200" cy="5635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altLang="zh-CN" smtClean="0"/>
              <a:t>Click to edit Master title style</a:t>
            </a:r>
          </a:p>
        </p:txBody>
      </p:sp>
      <p:sp>
        <p:nvSpPr>
          <p:cNvPr id="1069" name="Text Box 45"/>
          <p:cNvSpPr txBox="1">
            <a:spLocks noChangeArrowheads="1"/>
          </p:cNvSpPr>
          <p:nvPr/>
        </p:nvSpPr>
        <p:spPr bwMode="black">
          <a:xfrm>
            <a:off x="7196138" y="5943600"/>
            <a:ext cx="1643062" cy="519113"/>
          </a:xfrm>
          <a:prstGeom prst="rect">
            <a:avLst/>
          </a:prstGeom>
          <a:noFill/>
          <a:ln w="9525">
            <a:noFill/>
            <a:miter lim="800000"/>
            <a:headEnd/>
            <a:tailEnd/>
          </a:ln>
          <a:effectLst/>
        </p:spPr>
        <p:txBody>
          <a:bodyPr>
            <a:spAutoFit/>
          </a:bodyPr>
          <a:lstStyle/>
          <a:p>
            <a:pPr algn="r"/>
            <a:r>
              <a:rPr lang="en-US" altLang="zh-CN" sz="2800" i="1">
                <a:solidFill>
                  <a:schemeClr val="accent1"/>
                </a:solidFill>
                <a:ea typeface="宋体" pitchFamily="2" charset="-122"/>
              </a:rPr>
              <a:t>LOGO</a:t>
            </a:r>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ransition>
    <p:split dir="in"/>
  </p:transition>
  <p:hf hdr="0" ftr="0" dt="0"/>
  <p:txStyles>
    <p:titleStyle>
      <a:lvl1pPr algn="l" rtl="0" fontAlgn="base">
        <a:spcBef>
          <a:spcPct val="0"/>
        </a:spcBef>
        <a:spcAft>
          <a:spcPct val="0"/>
        </a:spcAft>
        <a:defRPr sz="3200" b="1">
          <a:solidFill>
            <a:schemeClr val="tx2"/>
          </a:solidFill>
          <a:latin typeface="+mj-lt"/>
          <a:ea typeface="+mj-ea"/>
          <a:cs typeface="+mj-cs"/>
        </a:defRPr>
      </a:lvl1pPr>
      <a:lvl2pPr algn="l" rtl="0" fontAlgn="base">
        <a:spcBef>
          <a:spcPct val="0"/>
        </a:spcBef>
        <a:spcAft>
          <a:spcPct val="0"/>
        </a:spcAft>
        <a:defRPr sz="3200" b="1">
          <a:solidFill>
            <a:schemeClr val="tx2"/>
          </a:solidFill>
          <a:latin typeface="Arial" pitchFamily="34" charset="0"/>
        </a:defRPr>
      </a:lvl2pPr>
      <a:lvl3pPr algn="l" rtl="0" fontAlgn="base">
        <a:spcBef>
          <a:spcPct val="0"/>
        </a:spcBef>
        <a:spcAft>
          <a:spcPct val="0"/>
        </a:spcAft>
        <a:defRPr sz="3200" b="1">
          <a:solidFill>
            <a:schemeClr val="tx2"/>
          </a:solidFill>
          <a:latin typeface="Arial" pitchFamily="34" charset="0"/>
        </a:defRPr>
      </a:lvl3pPr>
      <a:lvl4pPr algn="l" rtl="0" fontAlgn="base">
        <a:spcBef>
          <a:spcPct val="0"/>
        </a:spcBef>
        <a:spcAft>
          <a:spcPct val="0"/>
        </a:spcAft>
        <a:defRPr sz="3200" b="1">
          <a:solidFill>
            <a:schemeClr val="tx2"/>
          </a:solidFill>
          <a:latin typeface="Arial" pitchFamily="34" charset="0"/>
        </a:defRPr>
      </a:lvl4pPr>
      <a:lvl5pPr algn="l" rtl="0" fontAlgn="base">
        <a:spcBef>
          <a:spcPct val="0"/>
        </a:spcBef>
        <a:spcAft>
          <a:spcPct val="0"/>
        </a:spcAft>
        <a:defRPr sz="3200" b="1">
          <a:solidFill>
            <a:schemeClr val="tx2"/>
          </a:solidFill>
          <a:latin typeface="Arial" pitchFamily="34" charset="0"/>
        </a:defRPr>
      </a:lvl5pPr>
      <a:lvl6pPr marL="457200" algn="l" rtl="0" fontAlgn="base">
        <a:spcBef>
          <a:spcPct val="0"/>
        </a:spcBef>
        <a:spcAft>
          <a:spcPct val="0"/>
        </a:spcAft>
        <a:defRPr sz="3200" b="1">
          <a:solidFill>
            <a:schemeClr val="tx2"/>
          </a:solidFill>
          <a:latin typeface="Arial" pitchFamily="34" charset="0"/>
        </a:defRPr>
      </a:lvl6pPr>
      <a:lvl7pPr marL="914400" algn="l" rtl="0" fontAlgn="base">
        <a:spcBef>
          <a:spcPct val="0"/>
        </a:spcBef>
        <a:spcAft>
          <a:spcPct val="0"/>
        </a:spcAft>
        <a:defRPr sz="3200" b="1">
          <a:solidFill>
            <a:schemeClr val="tx2"/>
          </a:solidFill>
          <a:latin typeface="Arial" pitchFamily="34" charset="0"/>
        </a:defRPr>
      </a:lvl7pPr>
      <a:lvl8pPr marL="1371600" algn="l" rtl="0" fontAlgn="base">
        <a:spcBef>
          <a:spcPct val="0"/>
        </a:spcBef>
        <a:spcAft>
          <a:spcPct val="0"/>
        </a:spcAft>
        <a:defRPr sz="3200" b="1">
          <a:solidFill>
            <a:schemeClr val="tx2"/>
          </a:solidFill>
          <a:latin typeface="Arial" pitchFamily="34" charset="0"/>
        </a:defRPr>
      </a:lvl8pPr>
      <a:lvl9pPr marL="1828800" algn="l" rtl="0" fontAlgn="base">
        <a:spcBef>
          <a:spcPct val="0"/>
        </a:spcBef>
        <a:spcAft>
          <a:spcPct val="0"/>
        </a:spcAft>
        <a:defRPr sz="3200" b="1">
          <a:solidFill>
            <a:schemeClr val="tx2"/>
          </a:solidFill>
          <a:latin typeface="Arial" pitchFamily="34" charset="0"/>
        </a:defRPr>
      </a:lvl9pPr>
    </p:titleStyle>
    <p:bodyStyle>
      <a:lvl1pPr marL="342900" indent="-342900" algn="l" rtl="0" fontAlgn="base">
        <a:spcBef>
          <a:spcPct val="20000"/>
        </a:spcBef>
        <a:spcAft>
          <a:spcPct val="0"/>
        </a:spcAft>
        <a:buClr>
          <a:schemeClr val="tx2"/>
        </a:buClr>
        <a:buFont typeface="Wingdings" pitchFamily="2" charset="2"/>
        <a:buChar char="§"/>
        <a:defRPr sz="2800">
          <a:solidFill>
            <a:schemeClr val="accent1"/>
          </a:solidFill>
          <a:latin typeface="+mn-lt"/>
          <a:ea typeface="+mn-ea"/>
          <a:cs typeface="+mn-cs"/>
        </a:defRPr>
      </a:lvl1pPr>
      <a:lvl2pPr marL="742950" indent="-285750" algn="l" rtl="0" fontAlgn="base">
        <a:spcBef>
          <a:spcPct val="20000"/>
        </a:spcBef>
        <a:spcAft>
          <a:spcPct val="0"/>
        </a:spcAft>
        <a:buClr>
          <a:schemeClr val="accent1"/>
        </a:buClr>
        <a:buFont typeface="Wingdings" pitchFamily="2" charset="2"/>
        <a:buChar char="§"/>
        <a:defRPr sz="2400">
          <a:solidFill>
            <a:schemeClr val="tx1"/>
          </a:solidFill>
          <a:latin typeface="+mn-lt"/>
        </a:defRPr>
      </a:lvl2pPr>
      <a:lvl3pPr marL="1143000" indent="-228600" algn="l" rtl="0" fontAlgn="base">
        <a:spcBef>
          <a:spcPct val="20000"/>
        </a:spcBef>
        <a:spcAft>
          <a:spcPct val="0"/>
        </a:spcAft>
        <a:buClr>
          <a:schemeClr val="tx1"/>
        </a:buClr>
        <a:buChar char="•"/>
        <a:defRPr sz="2000">
          <a:solidFill>
            <a:schemeClr val="tx1"/>
          </a:solidFill>
          <a:latin typeface="+mn-lt"/>
        </a:defRPr>
      </a:lvl3pPr>
      <a:lvl4pPr marL="1600200" indent="-228600" algn="l" rtl="0" fontAlgn="base">
        <a:spcBef>
          <a:spcPct val="20000"/>
        </a:spcBef>
        <a:spcAft>
          <a:spcPct val="0"/>
        </a:spcAft>
        <a:buChar char="–"/>
        <a:defRPr>
          <a:solidFill>
            <a:schemeClr val="tx1"/>
          </a:solidFill>
          <a:latin typeface="+mn-lt"/>
        </a:defRPr>
      </a:lvl4pPr>
      <a:lvl5pPr marL="2057400" indent="-228600" algn="l" rtl="0" fontAlgn="base">
        <a:spcBef>
          <a:spcPct val="20000"/>
        </a:spcBef>
        <a:spcAft>
          <a:spcPct val="0"/>
        </a:spcAft>
        <a:buChar char="»"/>
        <a:defRPr>
          <a:solidFill>
            <a:schemeClr val="tx1"/>
          </a:solidFill>
          <a:latin typeface="+mn-lt"/>
        </a:defRPr>
      </a:lvl5pPr>
      <a:lvl6pPr marL="2514600" indent="-228600" algn="l" rtl="0" fontAlgn="base">
        <a:spcBef>
          <a:spcPct val="20000"/>
        </a:spcBef>
        <a:spcAft>
          <a:spcPct val="0"/>
        </a:spcAft>
        <a:buChar char="»"/>
        <a:defRPr>
          <a:solidFill>
            <a:schemeClr val="tx1"/>
          </a:solidFill>
          <a:latin typeface="+mn-lt"/>
        </a:defRPr>
      </a:lvl6pPr>
      <a:lvl7pPr marL="2971800" indent="-228600" algn="l" rtl="0" fontAlgn="base">
        <a:spcBef>
          <a:spcPct val="20000"/>
        </a:spcBef>
        <a:spcAft>
          <a:spcPct val="0"/>
        </a:spcAft>
        <a:buChar char="»"/>
        <a:defRPr>
          <a:solidFill>
            <a:schemeClr val="tx1"/>
          </a:solidFill>
          <a:latin typeface="+mn-lt"/>
        </a:defRPr>
      </a:lvl7pPr>
      <a:lvl8pPr marL="3429000" indent="-228600" algn="l" rtl="0" fontAlgn="base">
        <a:spcBef>
          <a:spcPct val="20000"/>
        </a:spcBef>
        <a:spcAft>
          <a:spcPct val="0"/>
        </a:spcAft>
        <a:buChar char="»"/>
        <a:defRPr>
          <a:solidFill>
            <a:schemeClr val="tx1"/>
          </a:solidFill>
          <a:latin typeface="+mn-lt"/>
        </a:defRPr>
      </a:lvl8pPr>
      <a:lvl9pPr marL="3886200" indent="-228600" algn="l" rtl="0" fontAlgn="base">
        <a:spcBef>
          <a:spcPct val="20000"/>
        </a:spcBef>
        <a:spcAft>
          <a:spcPct val="0"/>
        </a:spcAft>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46.png"/><Relationship Id="rId4" Type="http://schemas.openxmlformats.org/officeDocument/2006/relationships/image" Target="../media/image45.png"/></Relationships>
</file>

<file path=ppt/slides/_rels/slide4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48.png"/><Relationship Id="rId4" Type="http://schemas.openxmlformats.org/officeDocument/2006/relationships/image" Target="../media/image47.png"/></Relationships>
</file>

<file path=ppt/slides/_rels/slide4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4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4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4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7588" name="Rectangle 4"/>
          <p:cNvSpPr>
            <a:spLocks noGrp="1" noChangeArrowheads="1"/>
          </p:cNvSpPr>
          <p:nvPr>
            <p:ph type="ctrTitle"/>
          </p:nvPr>
        </p:nvSpPr>
        <p:spPr>
          <a:xfrm>
            <a:off x="1066800" y="2438400"/>
            <a:ext cx="7086600" cy="1292225"/>
          </a:xfrm>
        </p:spPr>
        <p:txBody>
          <a:bodyPr/>
          <a:lstStyle/>
          <a:p>
            <a:pPr algn="ctr"/>
            <a:r>
              <a:rPr lang="en-US" altLang="zh-CN" sz="6000" spc="300" dirty="0" smtClean="0">
                <a:solidFill>
                  <a:schemeClr val="tx1"/>
                </a:solidFill>
                <a:latin typeface="黑体" pitchFamily="2" charset="-122"/>
                <a:ea typeface="黑体" pitchFamily="2" charset="-122"/>
              </a:rPr>
              <a:t>GIS</a:t>
            </a:r>
            <a:r>
              <a:rPr lang="zh-CN" altLang="en-US" sz="6000" spc="300" dirty="0" smtClean="0">
                <a:solidFill>
                  <a:schemeClr val="tx1"/>
                </a:solidFill>
                <a:latin typeface="黑体" pitchFamily="2" charset="-122"/>
                <a:ea typeface="黑体" pitchFamily="2" charset="-122"/>
              </a:rPr>
              <a:t>软件设计与开发</a:t>
            </a:r>
            <a:endParaRPr lang="en-US" altLang="zh-CN" sz="6000" spc="300" dirty="0">
              <a:solidFill>
                <a:schemeClr val="tx1"/>
              </a:solidFill>
              <a:latin typeface="黑体" pitchFamily="2" charset="-122"/>
              <a:ea typeface="黑体" pitchFamily="2" charset="-122"/>
            </a:endParaRPr>
          </a:p>
        </p:txBody>
      </p:sp>
      <p:sp>
        <p:nvSpPr>
          <p:cNvPr id="67589" name="Rectangle 5"/>
          <p:cNvSpPr>
            <a:spLocks noGrp="1" noChangeArrowheads="1"/>
          </p:cNvSpPr>
          <p:nvPr>
            <p:ph type="subTitle" idx="1"/>
          </p:nvPr>
        </p:nvSpPr>
        <p:spPr>
          <a:xfrm>
            <a:off x="2514600" y="4114800"/>
            <a:ext cx="4114800" cy="1447800"/>
          </a:xfrm>
        </p:spPr>
        <p:txBody>
          <a:bodyPr/>
          <a:lstStyle/>
          <a:p>
            <a:pPr algn="ctr"/>
            <a:r>
              <a:rPr lang="zh-CN" altLang="en-US" sz="3200" dirty="0">
                <a:solidFill>
                  <a:schemeClr val="tx2"/>
                </a:solidFill>
                <a:ea typeface="华文仿宋" pitchFamily="2" charset="-122"/>
              </a:rPr>
              <a:t>城市与环境科学学院</a:t>
            </a:r>
            <a:endParaRPr lang="en-US" altLang="zh-CN" sz="3200" dirty="0">
              <a:solidFill>
                <a:schemeClr val="tx2"/>
              </a:solidFill>
              <a:ea typeface="华文仿宋" pitchFamily="2" charset="-122"/>
            </a:endParaRPr>
          </a:p>
          <a:p>
            <a:pPr algn="ctr"/>
            <a:r>
              <a:rPr lang="en-US" altLang="zh-CN" sz="3200" dirty="0">
                <a:solidFill>
                  <a:schemeClr val="tx2"/>
                </a:solidFill>
                <a:ea typeface="华文仿宋" pitchFamily="2" charset="-122"/>
              </a:rPr>
              <a:t>GIS</a:t>
            </a:r>
            <a:r>
              <a:rPr lang="zh-CN" altLang="en-US" sz="3200" dirty="0">
                <a:solidFill>
                  <a:schemeClr val="tx2"/>
                </a:solidFill>
                <a:ea typeface="华文仿宋" pitchFamily="2" charset="-122"/>
              </a:rPr>
              <a:t>教研室</a:t>
            </a:r>
          </a:p>
          <a:p>
            <a:pPr algn="ctr"/>
            <a:endParaRPr lang="zh-CN" altLang="en-US" sz="3200" dirty="0">
              <a:solidFill>
                <a:schemeClr val="tx2"/>
              </a:solidFill>
              <a:ea typeface="华文仿宋" pitchFamily="2" charset="-122"/>
            </a:endParaRPr>
          </a:p>
        </p:txBody>
      </p:sp>
      <p:sp>
        <p:nvSpPr>
          <p:cNvPr id="9" name="Line 95"/>
          <p:cNvSpPr>
            <a:spLocks noChangeShapeType="1"/>
          </p:cNvSpPr>
          <p:nvPr/>
        </p:nvSpPr>
        <p:spPr bwMode="auto">
          <a:xfrm>
            <a:off x="468000" y="1219200"/>
            <a:ext cx="8676000" cy="0"/>
          </a:xfrm>
          <a:prstGeom prst="line">
            <a:avLst/>
          </a:prstGeom>
          <a:noFill/>
          <a:ln w="88900" cmpd="thinThick">
            <a:solidFill>
              <a:srgbClr val="9294C0"/>
            </a:solidFill>
            <a:round/>
            <a:headEnd/>
            <a:tailEnd/>
          </a:ln>
          <a:effectLst/>
        </p:spPr>
        <p:txBody>
          <a:bodyPr wrap="none" anchor="ctr"/>
          <a:lstStyle/>
          <a:p>
            <a:endParaRPr lang="zh-CN" altLang="en-US"/>
          </a:p>
        </p:txBody>
      </p:sp>
      <p:pic>
        <p:nvPicPr>
          <p:cNvPr id="15" name="图片 14" descr="学校图标.JPG"/>
          <p:cNvPicPr>
            <a:picLocks noChangeAspect="1"/>
          </p:cNvPicPr>
          <p:nvPr/>
        </p:nvPicPr>
        <p:blipFill>
          <a:blip r:embed="rId3"/>
          <a:stretch>
            <a:fillRect/>
          </a:stretch>
        </p:blipFill>
        <p:spPr>
          <a:xfrm>
            <a:off x="0" y="304800"/>
            <a:ext cx="9144000" cy="861432"/>
          </a:xfrm>
          <a:prstGeom prst="rect">
            <a:avLst/>
          </a:prstGeom>
        </p:spPr>
      </p:pic>
      <p:sp>
        <p:nvSpPr>
          <p:cNvPr id="6" name="灯片编号占位符 5"/>
          <p:cNvSpPr>
            <a:spLocks noGrp="1"/>
          </p:cNvSpPr>
          <p:nvPr>
            <p:ph type="sldNum" sz="quarter" idx="4"/>
          </p:nvPr>
        </p:nvSpPr>
        <p:spPr/>
        <p:txBody>
          <a:bodyPr/>
          <a:lstStyle/>
          <a:p>
            <a:fld id="{EB199F51-19EA-4878-9F53-2990CFB631B3}" type="slidenum">
              <a:rPr lang="zh-CN" altLang="en-US" smtClean="0"/>
              <a:pPr/>
              <a:t>1</a:t>
            </a:fld>
            <a:endParaRPr lang="en-US" altLang="zh-CN"/>
          </a:p>
        </p:txBody>
      </p:sp>
    </p:spTree>
  </p:cSld>
  <p:clrMapOvr>
    <a:masterClrMapping/>
  </p:clrMapOvr>
  <p:transition>
    <p:split dir="in"/>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a:xfrm>
            <a:off x="3124200" y="457200"/>
            <a:ext cx="2743200" cy="563563"/>
          </a:xfrm>
        </p:spPr>
        <p:txBody>
          <a:bodyPr/>
          <a:lstStyle/>
          <a:p>
            <a:r>
              <a:rPr lang="zh-CN" altLang="en-US" sz="4800" dirty="0" smtClean="0">
                <a:ea typeface="黑体" pitchFamily="2" charset="-122"/>
              </a:rPr>
              <a:t>授课内容</a:t>
            </a:r>
            <a:endParaRPr lang="en-US" altLang="zh-CN" sz="4800" dirty="0">
              <a:solidFill>
                <a:schemeClr val="accent1"/>
              </a:solidFill>
              <a:ea typeface="黑体" pitchFamily="2" charset="-122"/>
            </a:endParaRPr>
          </a:p>
        </p:txBody>
      </p:sp>
      <p:sp>
        <p:nvSpPr>
          <p:cNvPr id="72707" name="Line 3"/>
          <p:cNvSpPr>
            <a:spLocks noChangeShapeType="1"/>
          </p:cNvSpPr>
          <p:nvPr/>
        </p:nvSpPr>
        <p:spPr bwMode="auto">
          <a:xfrm>
            <a:off x="2286000" y="2149475"/>
            <a:ext cx="4678363" cy="0"/>
          </a:xfrm>
          <a:prstGeom prst="line">
            <a:avLst/>
          </a:prstGeom>
          <a:noFill/>
          <a:ln w="25400">
            <a:solidFill>
              <a:schemeClr val="bg2"/>
            </a:solidFill>
            <a:prstDash val="sysDot"/>
            <a:round/>
            <a:headEnd/>
            <a:tailEnd type="oval" w="med" len="med"/>
          </a:ln>
          <a:effectLst/>
        </p:spPr>
        <p:txBody>
          <a:bodyPr wrap="none" anchor="ctr"/>
          <a:lstStyle/>
          <a:p>
            <a:endParaRPr lang="zh-CN" altLang="en-US"/>
          </a:p>
        </p:txBody>
      </p:sp>
      <p:sp>
        <p:nvSpPr>
          <p:cNvPr id="72708" name="Text Box 4"/>
          <p:cNvSpPr txBox="1">
            <a:spLocks noChangeArrowheads="1"/>
          </p:cNvSpPr>
          <p:nvPr/>
        </p:nvSpPr>
        <p:spPr bwMode="auto">
          <a:xfrm>
            <a:off x="2525713" y="1676400"/>
            <a:ext cx="3341687" cy="461665"/>
          </a:xfrm>
          <a:prstGeom prst="rect">
            <a:avLst/>
          </a:prstGeom>
          <a:noFill/>
          <a:ln w="9525" algn="ctr">
            <a:noFill/>
            <a:miter lim="800000"/>
            <a:headEnd/>
            <a:tailEnd/>
          </a:ln>
          <a:effectLst/>
        </p:spPr>
        <p:txBody>
          <a:bodyPr>
            <a:spAutoFit/>
          </a:bodyPr>
          <a:lstStyle/>
          <a:p>
            <a:pPr eaLnBrk="0" hangingPunct="0"/>
            <a:r>
              <a:rPr lang="zh-CN" altLang="en-US" sz="2400" dirty="0" smtClean="0">
                <a:ea typeface="宋体" pitchFamily="2" charset="-122"/>
              </a:rPr>
              <a:t>概述</a:t>
            </a:r>
            <a:endParaRPr lang="zh-CN" altLang="en-US" sz="2400" dirty="0">
              <a:ea typeface="宋体" pitchFamily="2" charset="-122"/>
            </a:endParaRPr>
          </a:p>
        </p:txBody>
      </p:sp>
      <p:grpSp>
        <p:nvGrpSpPr>
          <p:cNvPr id="2" name="Group 6"/>
          <p:cNvGrpSpPr>
            <a:grpSpLocks/>
          </p:cNvGrpSpPr>
          <p:nvPr/>
        </p:nvGrpSpPr>
        <p:grpSpPr bwMode="auto">
          <a:xfrm>
            <a:off x="1981200" y="1682750"/>
            <a:ext cx="468313" cy="468313"/>
            <a:chOff x="662" y="1574"/>
            <a:chExt cx="480" cy="476"/>
          </a:xfrm>
        </p:grpSpPr>
        <p:grpSp>
          <p:nvGrpSpPr>
            <p:cNvPr id="3" name="Group 7"/>
            <p:cNvGrpSpPr>
              <a:grpSpLocks/>
            </p:cNvGrpSpPr>
            <p:nvPr/>
          </p:nvGrpSpPr>
          <p:grpSpPr bwMode="auto">
            <a:xfrm>
              <a:off x="662" y="1574"/>
              <a:ext cx="480" cy="476"/>
              <a:chOff x="662" y="1574"/>
              <a:chExt cx="480" cy="476"/>
            </a:xfrm>
          </p:grpSpPr>
          <p:sp>
            <p:nvSpPr>
              <p:cNvPr id="72712" name="Oval 8"/>
              <p:cNvSpPr>
                <a:spLocks noChangeArrowheads="1"/>
              </p:cNvSpPr>
              <p:nvPr/>
            </p:nvSpPr>
            <p:spPr bwMode="gray">
              <a:xfrm>
                <a:off x="662" y="1574"/>
                <a:ext cx="480" cy="476"/>
              </a:xfrm>
              <a:prstGeom prst="ellipse">
                <a:avLst/>
              </a:prstGeom>
              <a:gradFill rotWithShape="1">
                <a:gsLst>
                  <a:gs pos="0">
                    <a:schemeClr val="accent1">
                      <a:gamma/>
                      <a:tint val="0"/>
                      <a:invGamma/>
                    </a:schemeClr>
                  </a:gs>
                  <a:gs pos="50000">
                    <a:schemeClr val="accent1"/>
                  </a:gs>
                  <a:gs pos="100000">
                    <a:schemeClr val="accent1">
                      <a:gamma/>
                      <a:tint val="0"/>
                      <a:invGamma/>
                    </a:schemeClr>
                  </a:gs>
                </a:gsLst>
                <a:lin ang="2700000" scaled="1"/>
              </a:gradFill>
              <a:ln w="38100" algn="ctr">
                <a:noFill/>
                <a:round/>
                <a:headEnd/>
                <a:tailEnd/>
              </a:ln>
              <a:effectLst/>
            </p:spPr>
            <p:txBody>
              <a:bodyPr wrap="none" anchor="ctr">
                <a:spAutoFit/>
              </a:bodyPr>
              <a:lstStyle/>
              <a:p>
                <a:endParaRPr lang="zh-CN" altLang="en-US"/>
              </a:p>
            </p:txBody>
          </p:sp>
          <p:sp>
            <p:nvSpPr>
              <p:cNvPr id="72713" name="Oval 9"/>
              <p:cNvSpPr>
                <a:spLocks noChangeArrowheads="1"/>
              </p:cNvSpPr>
              <p:nvPr/>
            </p:nvSpPr>
            <p:spPr bwMode="gray">
              <a:xfrm>
                <a:off x="662" y="1574"/>
                <a:ext cx="480" cy="476"/>
              </a:xfrm>
              <a:prstGeom prst="ellipse">
                <a:avLst/>
              </a:prstGeom>
              <a:gradFill rotWithShape="1">
                <a:gsLst>
                  <a:gs pos="0">
                    <a:schemeClr val="accent1">
                      <a:alpha val="32001"/>
                    </a:schemeClr>
                  </a:gs>
                  <a:gs pos="100000">
                    <a:schemeClr val="accent1">
                      <a:gamma/>
                      <a:shade val="0"/>
                      <a:invGamma/>
                      <a:alpha val="89999"/>
                    </a:schemeClr>
                  </a:gs>
                </a:gsLst>
                <a:lin ang="2700000" scaled="1"/>
              </a:gradFill>
              <a:ln w="38100" algn="ctr">
                <a:noFill/>
                <a:round/>
                <a:headEnd/>
                <a:tailEnd/>
              </a:ln>
              <a:effectLst/>
            </p:spPr>
            <p:txBody>
              <a:bodyPr wrap="none" anchor="ctr">
                <a:spAutoFit/>
              </a:bodyPr>
              <a:lstStyle/>
              <a:p>
                <a:endParaRPr lang="zh-CN" altLang="en-US"/>
              </a:p>
            </p:txBody>
          </p:sp>
          <p:sp>
            <p:nvSpPr>
              <p:cNvPr id="72714" name="Oval 10"/>
              <p:cNvSpPr>
                <a:spLocks noChangeArrowheads="1"/>
              </p:cNvSpPr>
              <p:nvPr/>
            </p:nvSpPr>
            <p:spPr bwMode="gray">
              <a:xfrm>
                <a:off x="694" y="1605"/>
                <a:ext cx="416" cy="414"/>
              </a:xfrm>
              <a:prstGeom prst="ellipse">
                <a:avLst/>
              </a:prstGeom>
              <a:gradFill rotWithShape="1">
                <a:gsLst>
                  <a:gs pos="0">
                    <a:schemeClr val="accent1">
                      <a:gamma/>
                      <a:shade val="54118"/>
                      <a:invGamma/>
                    </a:schemeClr>
                  </a:gs>
                  <a:gs pos="50000">
                    <a:schemeClr val="accent1"/>
                  </a:gs>
                  <a:gs pos="100000">
                    <a:schemeClr val="accent1">
                      <a:gamma/>
                      <a:shade val="54118"/>
                      <a:invGamma/>
                    </a:schemeClr>
                  </a:gs>
                </a:gsLst>
                <a:lin ang="18900000" scaled="1"/>
              </a:gradFill>
              <a:ln w="38100" algn="ctr">
                <a:noFill/>
                <a:round/>
                <a:headEnd/>
                <a:tailEnd/>
              </a:ln>
              <a:effectLst/>
            </p:spPr>
            <p:txBody>
              <a:bodyPr anchor="ctr">
                <a:spAutoFit/>
              </a:bodyPr>
              <a:lstStyle/>
              <a:p>
                <a:endParaRPr lang="zh-CN" altLang="en-US"/>
              </a:p>
            </p:txBody>
          </p:sp>
          <p:sp>
            <p:nvSpPr>
              <p:cNvPr id="72715" name="Oval 11"/>
              <p:cNvSpPr>
                <a:spLocks noChangeArrowheads="1"/>
              </p:cNvSpPr>
              <p:nvPr/>
            </p:nvSpPr>
            <p:spPr bwMode="gray">
              <a:xfrm>
                <a:off x="694" y="1606"/>
                <a:ext cx="416" cy="414"/>
              </a:xfrm>
              <a:prstGeom prst="ellipse">
                <a:avLst/>
              </a:prstGeom>
              <a:gradFill rotWithShape="1">
                <a:gsLst>
                  <a:gs pos="0">
                    <a:schemeClr val="accent1">
                      <a:gamma/>
                      <a:shade val="63529"/>
                      <a:invGamma/>
                    </a:schemeClr>
                  </a:gs>
                  <a:gs pos="100000">
                    <a:schemeClr val="accent1">
                      <a:alpha val="0"/>
                    </a:schemeClr>
                  </a:gs>
                </a:gsLst>
                <a:lin ang="2700000" scaled="1"/>
              </a:gradFill>
              <a:ln w="38100" algn="ctr">
                <a:noFill/>
                <a:round/>
                <a:headEnd/>
                <a:tailEnd/>
              </a:ln>
              <a:effectLst/>
            </p:spPr>
            <p:txBody>
              <a:bodyPr anchor="ctr">
                <a:spAutoFit/>
              </a:bodyPr>
              <a:lstStyle/>
              <a:p>
                <a:endParaRPr lang="zh-CN" altLang="en-US"/>
              </a:p>
            </p:txBody>
          </p:sp>
        </p:grpSp>
        <p:grpSp>
          <p:nvGrpSpPr>
            <p:cNvPr id="4" name="Group 12"/>
            <p:cNvGrpSpPr>
              <a:grpSpLocks/>
            </p:cNvGrpSpPr>
            <p:nvPr/>
          </p:nvGrpSpPr>
          <p:grpSpPr bwMode="auto">
            <a:xfrm>
              <a:off x="720" y="1625"/>
              <a:ext cx="376" cy="379"/>
              <a:chOff x="336" y="1049"/>
              <a:chExt cx="376" cy="379"/>
            </a:xfrm>
          </p:grpSpPr>
          <p:sp>
            <p:nvSpPr>
              <p:cNvPr id="72717" name="Oval 13"/>
              <p:cNvSpPr>
                <a:spLocks noChangeArrowheads="1"/>
              </p:cNvSpPr>
              <p:nvPr/>
            </p:nvSpPr>
            <p:spPr bwMode="gray">
              <a:xfrm>
                <a:off x="336" y="1056"/>
                <a:ext cx="376" cy="372"/>
              </a:xfrm>
              <a:prstGeom prst="ellipse">
                <a:avLst/>
              </a:prstGeom>
              <a:solidFill>
                <a:srgbClr val="000000"/>
              </a:solidFill>
              <a:ln w="38100" algn="ctr">
                <a:noFill/>
                <a:round/>
                <a:headEnd/>
                <a:tailEnd/>
              </a:ln>
              <a:effectLst/>
            </p:spPr>
            <p:txBody>
              <a:bodyPr anchor="ctr">
                <a:spAutoFit/>
              </a:bodyPr>
              <a:lstStyle/>
              <a:p>
                <a:endParaRPr lang="zh-CN" altLang="en-US"/>
              </a:p>
            </p:txBody>
          </p:sp>
          <p:grpSp>
            <p:nvGrpSpPr>
              <p:cNvPr id="5" name="Group 14"/>
              <p:cNvGrpSpPr>
                <a:grpSpLocks/>
              </p:cNvGrpSpPr>
              <p:nvPr/>
            </p:nvGrpSpPr>
            <p:grpSpPr bwMode="auto">
              <a:xfrm>
                <a:off x="336" y="1049"/>
                <a:ext cx="364" cy="361"/>
                <a:chOff x="4166" y="1706"/>
                <a:chExt cx="1252" cy="1252"/>
              </a:xfrm>
            </p:grpSpPr>
            <p:sp>
              <p:nvSpPr>
                <p:cNvPr id="72719" name="Oval 15"/>
                <p:cNvSpPr>
                  <a:spLocks noChangeArrowheads="1"/>
                </p:cNvSpPr>
                <p:nvPr/>
              </p:nvSpPr>
              <p:spPr bwMode="gray">
                <a:xfrm>
                  <a:off x="4166" y="1706"/>
                  <a:ext cx="1252" cy="1252"/>
                </a:xfrm>
                <a:prstGeom prst="ellipse">
                  <a:avLst/>
                </a:prstGeom>
                <a:gradFill rotWithShape="1">
                  <a:gsLst>
                    <a:gs pos="0">
                      <a:srgbClr val="D6E1E2">
                        <a:gamma/>
                        <a:shade val="46275"/>
                        <a:invGamma/>
                      </a:srgbClr>
                    </a:gs>
                    <a:gs pos="100000">
                      <a:srgbClr val="D6E1E2"/>
                    </a:gs>
                  </a:gsLst>
                  <a:lin ang="5400000" scaled="1"/>
                </a:gradFill>
                <a:ln w="9525" algn="ctr">
                  <a:noFill/>
                  <a:round/>
                  <a:headEnd/>
                  <a:tailEnd/>
                </a:ln>
                <a:effectLst/>
              </p:spPr>
              <p:txBody>
                <a:bodyPr vert="eaVert" wrap="none" anchor="ctr"/>
                <a:lstStyle/>
                <a:p>
                  <a:endParaRPr lang="zh-CN" altLang="en-US"/>
                </a:p>
              </p:txBody>
            </p:sp>
            <p:sp>
              <p:nvSpPr>
                <p:cNvPr id="72720" name="Oval 16"/>
                <p:cNvSpPr>
                  <a:spLocks noChangeArrowheads="1"/>
                </p:cNvSpPr>
                <p:nvPr/>
              </p:nvSpPr>
              <p:spPr bwMode="gray">
                <a:xfrm>
                  <a:off x="4182" y="1713"/>
                  <a:ext cx="1222" cy="1221"/>
                </a:xfrm>
                <a:prstGeom prst="ellipse">
                  <a:avLst/>
                </a:prstGeom>
                <a:gradFill rotWithShape="1">
                  <a:gsLst>
                    <a:gs pos="0">
                      <a:srgbClr val="D6E1E2">
                        <a:alpha val="0"/>
                      </a:srgbClr>
                    </a:gs>
                    <a:gs pos="100000">
                      <a:srgbClr val="D6E1E2">
                        <a:gamma/>
                        <a:tint val="34902"/>
                        <a:invGamma/>
                      </a:srgbClr>
                    </a:gs>
                  </a:gsLst>
                  <a:lin ang="5400000" scaled="1"/>
                </a:gradFill>
                <a:ln w="9525" algn="ctr">
                  <a:noFill/>
                  <a:round/>
                  <a:headEnd/>
                  <a:tailEnd/>
                </a:ln>
                <a:effectLst/>
              </p:spPr>
              <p:txBody>
                <a:bodyPr vert="eaVert" wrap="none" anchor="ctr"/>
                <a:lstStyle/>
                <a:p>
                  <a:endParaRPr lang="zh-CN" altLang="en-US"/>
                </a:p>
              </p:txBody>
            </p:sp>
            <p:sp>
              <p:nvSpPr>
                <p:cNvPr id="72721" name="Oval 17"/>
                <p:cNvSpPr>
                  <a:spLocks noChangeArrowheads="1"/>
                </p:cNvSpPr>
                <p:nvPr/>
              </p:nvSpPr>
              <p:spPr bwMode="gray">
                <a:xfrm>
                  <a:off x="4195" y="1725"/>
                  <a:ext cx="1162" cy="1141"/>
                </a:xfrm>
                <a:prstGeom prst="ellipse">
                  <a:avLst/>
                </a:prstGeom>
                <a:gradFill rotWithShape="1">
                  <a:gsLst>
                    <a:gs pos="0">
                      <a:srgbClr val="D6E1E2">
                        <a:gamma/>
                        <a:shade val="79216"/>
                        <a:invGamma/>
                      </a:srgbClr>
                    </a:gs>
                    <a:gs pos="100000">
                      <a:srgbClr val="D6E1E2">
                        <a:alpha val="48000"/>
                      </a:srgbClr>
                    </a:gs>
                  </a:gsLst>
                  <a:lin ang="5400000" scaled="1"/>
                </a:gradFill>
                <a:ln w="9525" algn="ctr">
                  <a:noFill/>
                  <a:round/>
                  <a:headEnd/>
                  <a:tailEnd/>
                </a:ln>
                <a:effectLst/>
              </p:spPr>
              <p:txBody>
                <a:bodyPr vert="eaVert" wrap="none" anchor="ctr"/>
                <a:lstStyle/>
                <a:p>
                  <a:endParaRPr lang="zh-CN" altLang="en-US"/>
                </a:p>
              </p:txBody>
            </p:sp>
            <p:sp>
              <p:nvSpPr>
                <p:cNvPr id="72722" name="Oval 18"/>
                <p:cNvSpPr>
                  <a:spLocks noChangeArrowheads="1"/>
                </p:cNvSpPr>
                <p:nvPr/>
              </p:nvSpPr>
              <p:spPr bwMode="gray">
                <a:xfrm>
                  <a:off x="4263" y="1757"/>
                  <a:ext cx="1033" cy="926"/>
                </a:xfrm>
                <a:prstGeom prst="ellipse">
                  <a:avLst/>
                </a:prstGeom>
                <a:gradFill rotWithShape="1">
                  <a:gsLst>
                    <a:gs pos="0">
                      <a:srgbClr val="D6E1E2">
                        <a:gamma/>
                        <a:tint val="0"/>
                        <a:invGamma/>
                      </a:srgbClr>
                    </a:gs>
                    <a:gs pos="100000">
                      <a:srgbClr val="D6E1E2">
                        <a:alpha val="38000"/>
                      </a:srgbClr>
                    </a:gs>
                  </a:gsLst>
                  <a:lin ang="5400000" scaled="1"/>
                </a:gradFill>
                <a:ln w="9525" algn="ctr">
                  <a:noFill/>
                  <a:round/>
                  <a:headEnd/>
                  <a:tailEnd/>
                </a:ln>
                <a:effectLst/>
              </p:spPr>
              <p:txBody>
                <a:bodyPr vert="eaVert" wrap="none" anchor="ctr"/>
                <a:lstStyle/>
                <a:p>
                  <a:endParaRPr lang="zh-CN" altLang="en-US"/>
                </a:p>
              </p:txBody>
            </p:sp>
          </p:grpSp>
        </p:grpSp>
      </p:grpSp>
      <p:sp>
        <p:nvSpPr>
          <p:cNvPr id="72723" name="Text Box 19"/>
          <p:cNvSpPr txBox="1">
            <a:spLocks noChangeArrowheads="1"/>
          </p:cNvSpPr>
          <p:nvPr/>
        </p:nvSpPr>
        <p:spPr bwMode="gray">
          <a:xfrm>
            <a:off x="2057400" y="1692275"/>
            <a:ext cx="325438" cy="396875"/>
          </a:xfrm>
          <a:prstGeom prst="rect">
            <a:avLst/>
          </a:prstGeom>
          <a:noFill/>
          <a:ln w="9525" algn="ctr">
            <a:noFill/>
            <a:miter lim="800000"/>
            <a:headEnd/>
            <a:tailEnd/>
          </a:ln>
          <a:effectLst/>
        </p:spPr>
        <p:txBody>
          <a:bodyPr wrap="none">
            <a:spAutoFit/>
          </a:bodyPr>
          <a:lstStyle/>
          <a:p>
            <a:pPr algn="ctr" eaLnBrk="0" hangingPunct="0"/>
            <a:r>
              <a:rPr lang="en-US" altLang="zh-CN" sz="2000" dirty="0">
                <a:solidFill>
                  <a:schemeClr val="bg1"/>
                </a:solidFill>
                <a:ea typeface="宋体" pitchFamily="2" charset="-122"/>
              </a:rPr>
              <a:t>1</a:t>
            </a:r>
          </a:p>
        </p:txBody>
      </p:sp>
      <p:sp>
        <p:nvSpPr>
          <p:cNvPr id="72724" name="Line 20"/>
          <p:cNvSpPr>
            <a:spLocks noChangeShapeType="1"/>
          </p:cNvSpPr>
          <p:nvPr/>
        </p:nvSpPr>
        <p:spPr bwMode="auto">
          <a:xfrm>
            <a:off x="2286000" y="2648247"/>
            <a:ext cx="4678363" cy="0"/>
          </a:xfrm>
          <a:prstGeom prst="line">
            <a:avLst/>
          </a:prstGeom>
          <a:noFill/>
          <a:ln w="25400">
            <a:solidFill>
              <a:schemeClr val="bg2"/>
            </a:solidFill>
            <a:prstDash val="sysDot"/>
            <a:round/>
            <a:headEnd/>
            <a:tailEnd type="oval" w="med" len="med"/>
          </a:ln>
          <a:effectLst/>
        </p:spPr>
        <p:txBody>
          <a:bodyPr wrap="none" anchor="ctr"/>
          <a:lstStyle/>
          <a:p>
            <a:endParaRPr lang="zh-CN" altLang="en-US"/>
          </a:p>
        </p:txBody>
      </p:sp>
      <p:sp>
        <p:nvSpPr>
          <p:cNvPr id="72725" name="Text Box 21"/>
          <p:cNvSpPr txBox="1">
            <a:spLocks noChangeArrowheads="1"/>
          </p:cNvSpPr>
          <p:nvPr/>
        </p:nvSpPr>
        <p:spPr bwMode="auto">
          <a:xfrm>
            <a:off x="2514600" y="2205335"/>
            <a:ext cx="3581400" cy="461665"/>
          </a:xfrm>
          <a:prstGeom prst="rect">
            <a:avLst/>
          </a:prstGeom>
          <a:noFill/>
          <a:ln w="9525" algn="ctr">
            <a:noFill/>
            <a:miter lim="800000"/>
            <a:headEnd/>
            <a:tailEnd/>
          </a:ln>
          <a:effectLst/>
        </p:spPr>
        <p:txBody>
          <a:bodyPr wrap="square">
            <a:spAutoFit/>
          </a:bodyPr>
          <a:lstStyle/>
          <a:p>
            <a:pPr eaLnBrk="0" hangingPunct="0"/>
            <a:r>
              <a:rPr lang="zh-CN" altLang="en-US" sz="2400" dirty="0" smtClean="0">
                <a:ea typeface="宋体" pitchFamily="2" charset="-122"/>
              </a:rPr>
              <a:t>用户界面定制</a:t>
            </a:r>
            <a:endParaRPr lang="en-US" altLang="zh-CN" sz="2400" dirty="0">
              <a:ea typeface="宋体" pitchFamily="2" charset="-122"/>
            </a:endParaRPr>
          </a:p>
        </p:txBody>
      </p:sp>
      <p:sp>
        <p:nvSpPr>
          <p:cNvPr id="72726" name="Line 22"/>
          <p:cNvSpPr>
            <a:spLocks noChangeShapeType="1"/>
          </p:cNvSpPr>
          <p:nvPr/>
        </p:nvSpPr>
        <p:spPr bwMode="auto">
          <a:xfrm>
            <a:off x="2286000" y="3124200"/>
            <a:ext cx="4678363" cy="0"/>
          </a:xfrm>
          <a:prstGeom prst="line">
            <a:avLst/>
          </a:prstGeom>
          <a:noFill/>
          <a:ln w="25400">
            <a:solidFill>
              <a:schemeClr val="bg2"/>
            </a:solidFill>
            <a:prstDash val="sysDot"/>
            <a:round/>
            <a:headEnd/>
            <a:tailEnd type="oval" w="med" len="med"/>
          </a:ln>
          <a:effectLst/>
        </p:spPr>
        <p:txBody>
          <a:bodyPr wrap="none" anchor="ctr"/>
          <a:lstStyle/>
          <a:p>
            <a:endParaRPr lang="zh-CN" altLang="en-US"/>
          </a:p>
        </p:txBody>
      </p:sp>
      <p:sp>
        <p:nvSpPr>
          <p:cNvPr id="72727" name="Text Box 23"/>
          <p:cNvSpPr txBox="1">
            <a:spLocks noChangeArrowheads="1"/>
          </p:cNvSpPr>
          <p:nvPr/>
        </p:nvSpPr>
        <p:spPr bwMode="auto">
          <a:xfrm>
            <a:off x="2514600" y="2693988"/>
            <a:ext cx="4724400" cy="461665"/>
          </a:xfrm>
          <a:prstGeom prst="rect">
            <a:avLst/>
          </a:prstGeom>
          <a:noFill/>
          <a:ln w="9525" algn="ctr">
            <a:noFill/>
            <a:miter lim="800000"/>
            <a:headEnd/>
            <a:tailEnd/>
          </a:ln>
          <a:effectLst/>
        </p:spPr>
        <p:txBody>
          <a:bodyPr>
            <a:spAutoFit/>
          </a:bodyPr>
          <a:lstStyle/>
          <a:p>
            <a:pPr eaLnBrk="0" hangingPunct="0"/>
            <a:r>
              <a:rPr lang="zh-CN" altLang="en-US" sz="2400" dirty="0" smtClean="0">
                <a:ea typeface="宋体" pitchFamily="2" charset="-122"/>
              </a:rPr>
              <a:t>地图的组成与显示</a:t>
            </a:r>
            <a:endParaRPr lang="en-US" altLang="zh-CN" sz="2400" dirty="0">
              <a:ea typeface="宋体" pitchFamily="2" charset="-122"/>
            </a:endParaRPr>
          </a:p>
        </p:txBody>
      </p:sp>
      <p:sp>
        <p:nvSpPr>
          <p:cNvPr id="72728" name="Line 24"/>
          <p:cNvSpPr>
            <a:spLocks noChangeShapeType="1"/>
          </p:cNvSpPr>
          <p:nvPr/>
        </p:nvSpPr>
        <p:spPr bwMode="auto">
          <a:xfrm>
            <a:off x="2286000" y="4043065"/>
            <a:ext cx="4678363" cy="0"/>
          </a:xfrm>
          <a:prstGeom prst="line">
            <a:avLst/>
          </a:prstGeom>
          <a:noFill/>
          <a:ln w="25400">
            <a:solidFill>
              <a:schemeClr val="bg2"/>
            </a:solidFill>
            <a:prstDash val="sysDot"/>
            <a:round/>
            <a:headEnd/>
            <a:tailEnd type="oval" w="med" len="med"/>
          </a:ln>
          <a:effectLst/>
        </p:spPr>
        <p:txBody>
          <a:bodyPr wrap="none" anchor="ctr"/>
          <a:lstStyle/>
          <a:p>
            <a:endParaRPr lang="zh-CN" altLang="en-US"/>
          </a:p>
        </p:txBody>
      </p:sp>
      <p:sp>
        <p:nvSpPr>
          <p:cNvPr id="72729" name="Text Box 25"/>
          <p:cNvSpPr txBox="1">
            <a:spLocks noChangeArrowheads="1"/>
          </p:cNvSpPr>
          <p:nvPr/>
        </p:nvSpPr>
        <p:spPr bwMode="auto">
          <a:xfrm>
            <a:off x="2514600" y="3207048"/>
            <a:ext cx="5181600" cy="461665"/>
          </a:xfrm>
          <a:prstGeom prst="rect">
            <a:avLst/>
          </a:prstGeom>
          <a:noFill/>
          <a:ln w="9525" algn="ctr">
            <a:noFill/>
            <a:miter lim="800000"/>
            <a:headEnd/>
            <a:tailEnd/>
          </a:ln>
          <a:effectLst/>
        </p:spPr>
        <p:txBody>
          <a:bodyPr>
            <a:spAutoFit/>
          </a:bodyPr>
          <a:lstStyle/>
          <a:p>
            <a:pPr eaLnBrk="0" hangingPunct="0"/>
            <a:r>
              <a:rPr lang="en-US" altLang="zh-CN" sz="2400" dirty="0" smtClean="0">
                <a:ea typeface="宋体" pitchFamily="2" charset="-122"/>
              </a:rPr>
              <a:t>AO</a:t>
            </a:r>
            <a:r>
              <a:rPr lang="zh-CN" altLang="en-US" sz="2400" dirty="0" smtClean="0">
                <a:ea typeface="宋体" pitchFamily="2" charset="-122"/>
              </a:rPr>
              <a:t>的控件</a:t>
            </a:r>
            <a:endParaRPr lang="en-US" altLang="zh-CN" sz="2400" dirty="0">
              <a:ea typeface="宋体" pitchFamily="2" charset="-122"/>
            </a:endParaRPr>
          </a:p>
        </p:txBody>
      </p:sp>
      <p:grpSp>
        <p:nvGrpSpPr>
          <p:cNvPr id="6" name="Group 27"/>
          <p:cNvGrpSpPr>
            <a:grpSpLocks/>
          </p:cNvGrpSpPr>
          <p:nvPr/>
        </p:nvGrpSpPr>
        <p:grpSpPr bwMode="auto">
          <a:xfrm>
            <a:off x="1992313" y="2191047"/>
            <a:ext cx="468312" cy="468313"/>
            <a:chOff x="816" y="2400"/>
            <a:chExt cx="480" cy="476"/>
          </a:xfrm>
        </p:grpSpPr>
        <p:grpSp>
          <p:nvGrpSpPr>
            <p:cNvPr id="7" name="Group 28"/>
            <p:cNvGrpSpPr>
              <a:grpSpLocks/>
            </p:cNvGrpSpPr>
            <p:nvPr/>
          </p:nvGrpSpPr>
          <p:grpSpPr bwMode="auto">
            <a:xfrm>
              <a:off x="816" y="2400"/>
              <a:ext cx="480" cy="476"/>
              <a:chOff x="662" y="1574"/>
              <a:chExt cx="480" cy="476"/>
            </a:xfrm>
          </p:grpSpPr>
          <p:sp>
            <p:nvSpPr>
              <p:cNvPr id="72733" name="Oval 29"/>
              <p:cNvSpPr>
                <a:spLocks noChangeArrowheads="1"/>
              </p:cNvSpPr>
              <p:nvPr/>
            </p:nvSpPr>
            <p:spPr bwMode="gray">
              <a:xfrm>
                <a:off x="662" y="1574"/>
                <a:ext cx="480" cy="476"/>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lgn="ctr">
                <a:noFill/>
                <a:round/>
                <a:headEnd/>
                <a:tailEnd/>
              </a:ln>
              <a:effectLst/>
            </p:spPr>
            <p:txBody>
              <a:bodyPr wrap="none" anchor="ctr">
                <a:spAutoFit/>
              </a:bodyPr>
              <a:lstStyle/>
              <a:p>
                <a:endParaRPr lang="zh-CN" altLang="en-US"/>
              </a:p>
            </p:txBody>
          </p:sp>
          <p:sp>
            <p:nvSpPr>
              <p:cNvPr id="72734" name="Oval 30"/>
              <p:cNvSpPr>
                <a:spLocks noChangeArrowheads="1"/>
              </p:cNvSpPr>
              <p:nvPr/>
            </p:nvSpPr>
            <p:spPr bwMode="gray">
              <a:xfrm>
                <a:off x="662" y="1574"/>
                <a:ext cx="480" cy="476"/>
              </a:xfrm>
              <a:prstGeom prst="ellipse">
                <a:avLst/>
              </a:prstGeom>
              <a:gradFill rotWithShape="1">
                <a:gsLst>
                  <a:gs pos="0">
                    <a:schemeClr val="hlink">
                      <a:alpha val="32001"/>
                    </a:schemeClr>
                  </a:gs>
                  <a:gs pos="100000">
                    <a:schemeClr val="hlink">
                      <a:gamma/>
                      <a:shade val="0"/>
                      <a:invGamma/>
                      <a:alpha val="89999"/>
                    </a:schemeClr>
                  </a:gs>
                </a:gsLst>
                <a:lin ang="2700000" scaled="1"/>
              </a:gradFill>
              <a:ln w="38100" algn="ctr">
                <a:noFill/>
                <a:round/>
                <a:headEnd/>
                <a:tailEnd/>
              </a:ln>
              <a:effectLst/>
            </p:spPr>
            <p:txBody>
              <a:bodyPr wrap="none" anchor="ctr">
                <a:spAutoFit/>
              </a:bodyPr>
              <a:lstStyle/>
              <a:p>
                <a:endParaRPr lang="zh-CN" altLang="en-US"/>
              </a:p>
            </p:txBody>
          </p:sp>
          <p:sp>
            <p:nvSpPr>
              <p:cNvPr id="72735" name="Oval 31"/>
              <p:cNvSpPr>
                <a:spLocks noChangeArrowheads="1"/>
              </p:cNvSpPr>
              <p:nvPr/>
            </p:nvSpPr>
            <p:spPr bwMode="gray">
              <a:xfrm>
                <a:off x="694" y="1605"/>
                <a:ext cx="416" cy="414"/>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lgn="ctr">
                <a:noFill/>
                <a:round/>
                <a:headEnd/>
                <a:tailEnd/>
              </a:ln>
              <a:effectLst/>
            </p:spPr>
            <p:txBody>
              <a:bodyPr anchor="ctr">
                <a:spAutoFit/>
              </a:bodyPr>
              <a:lstStyle/>
              <a:p>
                <a:endParaRPr lang="zh-CN" altLang="en-US"/>
              </a:p>
            </p:txBody>
          </p:sp>
          <p:sp>
            <p:nvSpPr>
              <p:cNvPr id="72736" name="Oval 32"/>
              <p:cNvSpPr>
                <a:spLocks noChangeArrowheads="1"/>
              </p:cNvSpPr>
              <p:nvPr/>
            </p:nvSpPr>
            <p:spPr bwMode="gray">
              <a:xfrm>
                <a:off x="694" y="1606"/>
                <a:ext cx="416" cy="414"/>
              </a:xfrm>
              <a:prstGeom prst="ellipse">
                <a:avLst/>
              </a:prstGeom>
              <a:gradFill rotWithShape="1">
                <a:gsLst>
                  <a:gs pos="0">
                    <a:schemeClr val="hlink">
                      <a:gamma/>
                      <a:shade val="63529"/>
                      <a:invGamma/>
                    </a:schemeClr>
                  </a:gs>
                  <a:gs pos="100000">
                    <a:schemeClr val="hlink">
                      <a:alpha val="0"/>
                    </a:schemeClr>
                  </a:gs>
                </a:gsLst>
                <a:lin ang="2700000" scaled="1"/>
              </a:gradFill>
              <a:ln w="38100" algn="ctr">
                <a:noFill/>
                <a:round/>
                <a:headEnd/>
                <a:tailEnd/>
              </a:ln>
              <a:effectLst/>
            </p:spPr>
            <p:txBody>
              <a:bodyPr anchor="ctr">
                <a:spAutoFit/>
              </a:bodyPr>
              <a:lstStyle/>
              <a:p>
                <a:endParaRPr lang="zh-CN" altLang="en-US"/>
              </a:p>
            </p:txBody>
          </p:sp>
        </p:grpSp>
        <p:grpSp>
          <p:nvGrpSpPr>
            <p:cNvPr id="8" name="Group 33"/>
            <p:cNvGrpSpPr>
              <a:grpSpLocks/>
            </p:cNvGrpSpPr>
            <p:nvPr/>
          </p:nvGrpSpPr>
          <p:grpSpPr bwMode="auto">
            <a:xfrm>
              <a:off x="871" y="2455"/>
              <a:ext cx="376" cy="379"/>
              <a:chOff x="336" y="1049"/>
              <a:chExt cx="376" cy="379"/>
            </a:xfrm>
          </p:grpSpPr>
          <p:sp>
            <p:nvSpPr>
              <p:cNvPr id="72738" name="Oval 34"/>
              <p:cNvSpPr>
                <a:spLocks noChangeArrowheads="1"/>
              </p:cNvSpPr>
              <p:nvPr/>
            </p:nvSpPr>
            <p:spPr bwMode="gray">
              <a:xfrm>
                <a:off x="336" y="1056"/>
                <a:ext cx="376" cy="372"/>
              </a:xfrm>
              <a:prstGeom prst="ellipse">
                <a:avLst/>
              </a:prstGeom>
              <a:solidFill>
                <a:srgbClr val="000000"/>
              </a:solidFill>
              <a:ln w="38100" algn="ctr">
                <a:noFill/>
                <a:round/>
                <a:headEnd/>
                <a:tailEnd/>
              </a:ln>
              <a:effectLst/>
            </p:spPr>
            <p:txBody>
              <a:bodyPr anchor="ctr">
                <a:spAutoFit/>
              </a:bodyPr>
              <a:lstStyle/>
              <a:p>
                <a:endParaRPr lang="zh-CN" altLang="en-US"/>
              </a:p>
            </p:txBody>
          </p:sp>
          <p:grpSp>
            <p:nvGrpSpPr>
              <p:cNvPr id="9" name="Group 35"/>
              <p:cNvGrpSpPr>
                <a:grpSpLocks/>
              </p:cNvGrpSpPr>
              <p:nvPr/>
            </p:nvGrpSpPr>
            <p:grpSpPr bwMode="auto">
              <a:xfrm>
                <a:off x="336" y="1049"/>
                <a:ext cx="364" cy="361"/>
                <a:chOff x="4166" y="1706"/>
                <a:chExt cx="1252" cy="1252"/>
              </a:xfrm>
            </p:grpSpPr>
            <p:sp>
              <p:nvSpPr>
                <p:cNvPr id="72740" name="Oval 36"/>
                <p:cNvSpPr>
                  <a:spLocks noChangeArrowheads="1"/>
                </p:cNvSpPr>
                <p:nvPr/>
              </p:nvSpPr>
              <p:spPr bwMode="gray">
                <a:xfrm>
                  <a:off x="4166" y="1706"/>
                  <a:ext cx="1252" cy="1252"/>
                </a:xfrm>
                <a:prstGeom prst="ellipse">
                  <a:avLst/>
                </a:prstGeom>
                <a:gradFill rotWithShape="1">
                  <a:gsLst>
                    <a:gs pos="0">
                      <a:srgbClr val="D6E1E2">
                        <a:gamma/>
                        <a:shade val="46275"/>
                        <a:invGamma/>
                      </a:srgbClr>
                    </a:gs>
                    <a:gs pos="100000">
                      <a:srgbClr val="D6E1E2"/>
                    </a:gs>
                  </a:gsLst>
                  <a:lin ang="5400000" scaled="1"/>
                </a:gradFill>
                <a:ln w="9525" algn="ctr">
                  <a:noFill/>
                  <a:round/>
                  <a:headEnd/>
                  <a:tailEnd/>
                </a:ln>
                <a:effectLst/>
              </p:spPr>
              <p:txBody>
                <a:bodyPr vert="eaVert" wrap="none" anchor="ctr"/>
                <a:lstStyle/>
                <a:p>
                  <a:endParaRPr lang="zh-CN" altLang="en-US"/>
                </a:p>
              </p:txBody>
            </p:sp>
            <p:sp>
              <p:nvSpPr>
                <p:cNvPr id="72741" name="Oval 37"/>
                <p:cNvSpPr>
                  <a:spLocks noChangeArrowheads="1"/>
                </p:cNvSpPr>
                <p:nvPr/>
              </p:nvSpPr>
              <p:spPr bwMode="gray">
                <a:xfrm>
                  <a:off x="4182" y="1713"/>
                  <a:ext cx="1222" cy="1221"/>
                </a:xfrm>
                <a:prstGeom prst="ellipse">
                  <a:avLst/>
                </a:prstGeom>
                <a:gradFill rotWithShape="1">
                  <a:gsLst>
                    <a:gs pos="0">
                      <a:srgbClr val="D6E1E2">
                        <a:alpha val="0"/>
                      </a:srgbClr>
                    </a:gs>
                    <a:gs pos="100000">
                      <a:srgbClr val="D6E1E2">
                        <a:gamma/>
                        <a:tint val="34902"/>
                        <a:invGamma/>
                      </a:srgbClr>
                    </a:gs>
                  </a:gsLst>
                  <a:lin ang="5400000" scaled="1"/>
                </a:gradFill>
                <a:ln w="9525" algn="ctr">
                  <a:noFill/>
                  <a:round/>
                  <a:headEnd/>
                  <a:tailEnd/>
                </a:ln>
                <a:effectLst/>
              </p:spPr>
              <p:txBody>
                <a:bodyPr vert="eaVert" wrap="none" anchor="ctr"/>
                <a:lstStyle/>
                <a:p>
                  <a:endParaRPr lang="zh-CN" altLang="en-US"/>
                </a:p>
              </p:txBody>
            </p:sp>
            <p:sp>
              <p:nvSpPr>
                <p:cNvPr id="72742" name="Oval 38"/>
                <p:cNvSpPr>
                  <a:spLocks noChangeArrowheads="1"/>
                </p:cNvSpPr>
                <p:nvPr/>
              </p:nvSpPr>
              <p:spPr bwMode="gray">
                <a:xfrm>
                  <a:off x="4195" y="1725"/>
                  <a:ext cx="1162" cy="1141"/>
                </a:xfrm>
                <a:prstGeom prst="ellipse">
                  <a:avLst/>
                </a:prstGeom>
                <a:gradFill rotWithShape="1">
                  <a:gsLst>
                    <a:gs pos="0">
                      <a:srgbClr val="D6E1E2">
                        <a:gamma/>
                        <a:shade val="79216"/>
                        <a:invGamma/>
                      </a:srgbClr>
                    </a:gs>
                    <a:gs pos="100000">
                      <a:srgbClr val="D6E1E2">
                        <a:alpha val="48000"/>
                      </a:srgbClr>
                    </a:gs>
                  </a:gsLst>
                  <a:lin ang="5400000" scaled="1"/>
                </a:gradFill>
                <a:ln w="9525" algn="ctr">
                  <a:noFill/>
                  <a:round/>
                  <a:headEnd/>
                  <a:tailEnd/>
                </a:ln>
                <a:effectLst/>
              </p:spPr>
              <p:txBody>
                <a:bodyPr vert="eaVert" wrap="none" anchor="ctr"/>
                <a:lstStyle/>
                <a:p>
                  <a:endParaRPr lang="zh-CN" altLang="en-US"/>
                </a:p>
              </p:txBody>
            </p:sp>
            <p:sp>
              <p:nvSpPr>
                <p:cNvPr id="72743" name="Oval 39"/>
                <p:cNvSpPr>
                  <a:spLocks noChangeArrowheads="1"/>
                </p:cNvSpPr>
                <p:nvPr/>
              </p:nvSpPr>
              <p:spPr bwMode="gray">
                <a:xfrm>
                  <a:off x="4263" y="1757"/>
                  <a:ext cx="1033" cy="926"/>
                </a:xfrm>
                <a:prstGeom prst="ellipse">
                  <a:avLst/>
                </a:prstGeom>
                <a:gradFill rotWithShape="1">
                  <a:gsLst>
                    <a:gs pos="0">
                      <a:srgbClr val="D6E1E2">
                        <a:gamma/>
                        <a:tint val="0"/>
                        <a:invGamma/>
                      </a:srgbClr>
                    </a:gs>
                    <a:gs pos="100000">
                      <a:srgbClr val="D6E1E2">
                        <a:alpha val="38000"/>
                      </a:srgbClr>
                    </a:gs>
                  </a:gsLst>
                  <a:lin ang="5400000" scaled="1"/>
                </a:gradFill>
                <a:ln w="9525" algn="ctr">
                  <a:noFill/>
                  <a:round/>
                  <a:headEnd/>
                  <a:tailEnd/>
                </a:ln>
                <a:effectLst/>
              </p:spPr>
              <p:txBody>
                <a:bodyPr vert="eaVert" wrap="none" anchor="ctr"/>
                <a:lstStyle/>
                <a:p>
                  <a:endParaRPr lang="zh-CN" altLang="en-US"/>
                </a:p>
              </p:txBody>
            </p:sp>
          </p:grpSp>
        </p:grpSp>
      </p:grpSp>
      <p:grpSp>
        <p:nvGrpSpPr>
          <p:cNvPr id="10" name="Group 42"/>
          <p:cNvGrpSpPr>
            <a:grpSpLocks/>
          </p:cNvGrpSpPr>
          <p:nvPr/>
        </p:nvGrpSpPr>
        <p:grpSpPr bwMode="auto">
          <a:xfrm>
            <a:off x="1981200" y="2667000"/>
            <a:ext cx="468313" cy="468313"/>
            <a:chOff x="662" y="1574"/>
            <a:chExt cx="480" cy="476"/>
          </a:xfrm>
        </p:grpSpPr>
        <p:grpSp>
          <p:nvGrpSpPr>
            <p:cNvPr id="11" name="Group 43"/>
            <p:cNvGrpSpPr>
              <a:grpSpLocks/>
            </p:cNvGrpSpPr>
            <p:nvPr/>
          </p:nvGrpSpPr>
          <p:grpSpPr bwMode="auto">
            <a:xfrm>
              <a:off x="662" y="1574"/>
              <a:ext cx="480" cy="476"/>
              <a:chOff x="662" y="1574"/>
              <a:chExt cx="480" cy="476"/>
            </a:xfrm>
          </p:grpSpPr>
          <p:sp>
            <p:nvSpPr>
              <p:cNvPr id="72748" name="Oval 44"/>
              <p:cNvSpPr>
                <a:spLocks noChangeArrowheads="1"/>
              </p:cNvSpPr>
              <p:nvPr/>
            </p:nvSpPr>
            <p:spPr bwMode="gray">
              <a:xfrm>
                <a:off x="662" y="1574"/>
                <a:ext cx="480" cy="476"/>
              </a:xfrm>
              <a:prstGeom prst="ellipse">
                <a:avLst/>
              </a:prstGeom>
              <a:gradFill rotWithShape="1">
                <a:gsLst>
                  <a:gs pos="0">
                    <a:schemeClr val="accent1">
                      <a:gamma/>
                      <a:tint val="0"/>
                      <a:invGamma/>
                    </a:schemeClr>
                  </a:gs>
                  <a:gs pos="50000">
                    <a:schemeClr val="accent1"/>
                  </a:gs>
                  <a:gs pos="100000">
                    <a:schemeClr val="accent1">
                      <a:gamma/>
                      <a:tint val="0"/>
                      <a:invGamma/>
                    </a:schemeClr>
                  </a:gs>
                </a:gsLst>
                <a:lin ang="2700000" scaled="1"/>
              </a:gradFill>
              <a:ln w="38100" algn="ctr">
                <a:noFill/>
                <a:round/>
                <a:headEnd/>
                <a:tailEnd/>
              </a:ln>
              <a:effectLst/>
            </p:spPr>
            <p:txBody>
              <a:bodyPr wrap="none" anchor="ctr">
                <a:spAutoFit/>
              </a:bodyPr>
              <a:lstStyle/>
              <a:p>
                <a:endParaRPr lang="zh-CN" altLang="en-US"/>
              </a:p>
            </p:txBody>
          </p:sp>
          <p:sp>
            <p:nvSpPr>
              <p:cNvPr id="72749" name="Oval 45"/>
              <p:cNvSpPr>
                <a:spLocks noChangeArrowheads="1"/>
              </p:cNvSpPr>
              <p:nvPr/>
            </p:nvSpPr>
            <p:spPr bwMode="gray">
              <a:xfrm>
                <a:off x="662" y="1574"/>
                <a:ext cx="480" cy="476"/>
              </a:xfrm>
              <a:prstGeom prst="ellipse">
                <a:avLst/>
              </a:prstGeom>
              <a:gradFill rotWithShape="1">
                <a:gsLst>
                  <a:gs pos="0">
                    <a:schemeClr val="accent1">
                      <a:alpha val="32001"/>
                    </a:schemeClr>
                  </a:gs>
                  <a:gs pos="100000">
                    <a:schemeClr val="accent1">
                      <a:gamma/>
                      <a:shade val="0"/>
                      <a:invGamma/>
                      <a:alpha val="89999"/>
                    </a:schemeClr>
                  </a:gs>
                </a:gsLst>
                <a:lin ang="2700000" scaled="1"/>
              </a:gradFill>
              <a:ln w="38100" algn="ctr">
                <a:noFill/>
                <a:round/>
                <a:headEnd/>
                <a:tailEnd/>
              </a:ln>
              <a:effectLst/>
            </p:spPr>
            <p:txBody>
              <a:bodyPr wrap="none" anchor="ctr">
                <a:spAutoFit/>
              </a:bodyPr>
              <a:lstStyle/>
              <a:p>
                <a:endParaRPr lang="zh-CN" altLang="en-US"/>
              </a:p>
            </p:txBody>
          </p:sp>
          <p:sp>
            <p:nvSpPr>
              <p:cNvPr id="72750" name="Oval 46"/>
              <p:cNvSpPr>
                <a:spLocks noChangeArrowheads="1"/>
              </p:cNvSpPr>
              <p:nvPr/>
            </p:nvSpPr>
            <p:spPr bwMode="gray">
              <a:xfrm>
                <a:off x="694" y="1605"/>
                <a:ext cx="416" cy="414"/>
              </a:xfrm>
              <a:prstGeom prst="ellipse">
                <a:avLst/>
              </a:prstGeom>
              <a:gradFill rotWithShape="1">
                <a:gsLst>
                  <a:gs pos="0">
                    <a:schemeClr val="accent1">
                      <a:gamma/>
                      <a:shade val="54118"/>
                      <a:invGamma/>
                    </a:schemeClr>
                  </a:gs>
                  <a:gs pos="50000">
                    <a:schemeClr val="accent1"/>
                  </a:gs>
                  <a:gs pos="100000">
                    <a:schemeClr val="accent1">
                      <a:gamma/>
                      <a:shade val="54118"/>
                      <a:invGamma/>
                    </a:schemeClr>
                  </a:gs>
                </a:gsLst>
                <a:lin ang="18900000" scaled="1"/>
              </a:gradFill>
              <a:ln w="38100" algn="ctr">
                <a:noFill/>
                <a:round/>
                <a:headEnd/>
                <a:tailEnd/>
              </a:ln>
              <a:effectLst/>
            </p:spPr>
            <p:txBody>
              <a:bodyPr anchor="ctr">
                <a:spAutoFit/>
              </a:bodyPr>
              <a:lstStyle/>
              <a:p>
                <a:endParaRPr lang="zh-CN" altLang="en-US"/>
              </a:p>
            </p:txBody>
          </p:sp>
          <p:sp>
            <p:nvSpPr>
              <p:cNvPr id="72751" name="Oval 47"/>
              <p:cNvSpPr>
                <a:spLocks noChangeArrowheads="1"/>
              </p:cNvSpPr>
              <p:nvPr/>
            </p:nvSpPr>
            <p:spPr bwMode="gray">
              <a:xfrm>
                <a:off x="694" y="1606"/>
                <a:ext cx="416" cy="414"/>
              </a:xfrm>
              <a:prstGeom prst="ellipse">
                <a:avLst/>
              </a:prstGeom>
              <a:gradFill rotWithShape="1">
                <a:gsLst>
                  <a:gs pos="0">
                    <a:schemeClr val="accent1">
                      <a:gamma/>
                      <a:shade val="63529"/>
                      <a:invGamma/>
                    </a:schemeClr>
                  </a:gs>
                  <a:gs pos="100000">
                    <a:schemeClr val="accent1">
                      <a:alpha val="0"/>
                    </a:schemeClr>
                  </a:gs>
                </a:gsLst>
                <a:lin ang="2700000" scaled="1"/>
              </a:gradFill>
              <a:ln w="38100" algn="ctr">
                <a:noFill/>
                <a:round/>
                <a:headEnd/>
                <a:tailEnd/>
              </a:ln>
              <a:effectLst/>
            </p:spPr>
            <p:txBody>
              <a:bodyPr anchor="ctr">
                <a:spAutoFit/>
              </a:bodyPr>
              <a:lstStyle/>
              <a:p>
                <a:endParaRPr lang="zh-CN" altLang="en-US"/>
              </a:p>
            </p:txBody>
          </p:sp>
        </p:grpSp>
        <p:grpSp>
          <p:nvGrpSpPr>
            <p:cNvPr id="12" name="Group 48"/>
            <p:cNvGrpSpPr>
              <a:grpSpLocks/>
            </p:cNvGrpSpPr>
            <p:nvPr/>
          </p:nvGrpSpPr>
          <p:grpSpPr bwMode="auto">
            <a:xfrm>
              <a:off x="720" y="1625"/>
              <a:ext cx="376" cy="379"/>
              <a:chOff x="336" y="1049"/>
              <a:chExt cx="376" cy="379"/>
            </a:xfrm>
          </p:grpSpPr>
          <p:sp>
            <p:nvSpPr>
              <p:cNvPr id="72753" name="Oval 49"/>
              <p:cNvSpPr>
                <a:spLocks noChangeArrowheads="1"/>
              </p:cNvSpPr>
              <p:nvPr/>
            </p:nvSpPr>
            <p:spPr bwMode="gray">
              <a:xfrm>
                <a:off x="336" y="1056"/>
                <a:ext cx="376" cy="372"/>
              </a:xfrm>
              <a:prstGeom prst="ellipse">
                <a:avLst/>
              </a:prstGeom>
              <a:solidFill>
                <a:srgbClr val="000000"/>
              </a:solidFill>
              <a:ln w="38100" algn="ctr">
                <a:noFill/>
                <a:round/>
                <a:headEnd/>
                <a:tailEnd/>
              </a:ln>
              <a:effectLst/>
            </p:spPr>
            <p:txBody>
              <a:bodyPr anchor="ctr">
                <a:spAutoFit/>
              </a:bodyPr>
              <a:lstStyle/>
              <a:p>
                <a:endParaRPr lang="zh-CN" altLang="en-US"/>
              </a:p>
            </p:txBody>
          </p:sp>
          <p:grpSp>
            <p:nvGrpSpPr>
              <p:cNvPr id="13" name="Group 50"/>
              <p:cNvGrpSpPr>
                <a:grpSpLocks/>
              </p:cNvGrpSpPr>
              <p:nvPr/>
            </p:nvGrpSpPr>
            <p:grpSpPr bwMode="auto">
              <a:xfrm>
                <a:off x="336" y="1049"/>
                <a:ext cx="364" cy="361"/>
                <a:chOff x="4166" y="1706"/>
                <a:chExt cx="1252" cy="1252"/>
              </a:xfrm>
            </p:grpSpPr>
            <p:sp>
              <p:nvSpPr>
                <p:cNvPr id="72755" name="Oval 51"/>
                <p:cNvSpPr>
                  <a:spLocks noChangeArrowheads="1"/>
                </p:cNvSpPr>
                <p:nvPr/>
              </p:nvSpPr>
              <p:spPr bwMode="gray">
                <a:xfrm>
                  <a:off x="4166" y="1706"/>
                  <a:ext cx="1252" cy="1252"/>
                </a:xfrm>
                <a:prstGeom prst="ellipse">
                  <a:avLst/>
                </a:prstGeom>
                <a:gradFill rotWithShape="1">
                  <a:gsLst>
                    <a:gs pos="0">
                      <a:srgbClr val="D6E1E2">
                        <a:gamma/>
                        <a:shade val="46275"/>
                        <a:invGamma/>
                      </a:srgbClr>
                    </a:gs>
                    <a:gs pos="100000">
                      <a:srgbClr val="D6E1E2"/>
                    </a:gs>
                  </a:gsLst>
                  <a:lin ang="5400000" scaled="1"/>
                </a:gradFill>
                <a:ln w="9525" algn="ctr">
                  <a:noFill/>
                  <a:round/>
                  <a:headEnd/>
                  <a:tailEnd/>
                </a:ln>
                <a:effectLst/>
              </p:spPr>
              <p:txBody>
                <a:bodyPr vert="eaVert" wrap="none" anchor="ctr"/>
                <a:lstStyle/>
                <a:p>
                  <a:endParaRPr lang="zh-CN" altLang="en-US"/>
                </a:p>
              </p:txBody>
            </p:sp>
            <p:sp>
              <p:nvSpPr>
                <p:cNvPr id="72756" name="Oval 52"/>
                <p:cNvSpPr>
                  <a:spLocks noChangeArrowheads="1"/>
                </p:cNvSpPr>
                <p:nvPr/>
              </p:nvSpPr>
              <p:spPr bwMode="gray">
                <a:xfrm>
                  <a:off x="4182" y="1713"/>
                  <a:ext cx="1222" cy="1221"/>
                </a:xfrm>
                <a:prstGeom prst="ellipse">
                  <a:avLst/>
                </a:prstGeom>
                <a:gradFill rotWithShape="1">
                  <a:gsLst>
                    <a:gs pos="0">
                      <a:srgbClr val="D6E1E2">
                        <a:alpha val="0"/>
                      </a:srgbClr>
                    </a:gs>
                    <a:gs pos="100000">
                      <a:srgbClr val="D6E1E2">
                        <a:gamma/>
                        <a:tint val="34902"/>
                        <a:invGamma/>
                      </a:srgbClr>
                    </a:gs>
                  </a:gsLst>
                  <a:lin ang="5400000" scaled="1"/>
                </a:gradFill>
                <a:ln w="9525" algn="ctr">
                  <a:noFill/>
                  <a:round/>
                  <a:headEnd/>
                  <a:tailEnd/>
                </a:ln>
                <a:effectLst/>
              </p:spPr>
              <p:txBody>
                <a:bodyPr vert="eaVert" wrap="none" anchor="ctr"/>
                <a:lstStyle/>
                <a:p>
                  <a:endParaRPr lang="zh-CN" altLang="en-US"/>
                </a:p>
              </p:txBody>
            </p:sp>
            <p:sp>
              <p:nvSpPr>
                <p:cNvPr id="72757" name="Oval 53"/>
                <p:cNvSpPr>
                  <a:spLocks noChangeArrowheads="1"/>
                </p:cNvSpPr>
                <p:nvPr/>
              </p:nvSpPr>
              <p:spPr bwMode="gray">
                <a:xfrm>
                  <a:off x="4195" y="1725"/>
                  <a:ext cx="1162" cy="1141"/>
                </a:xfrm>
                <a:prstGeom prst="ellipse">
                  <a:avLst/>
                </a:prstGeom>
                <a:gradFill rotWithShape="1">
                  <a:gsLst>
                    <a:gs pos="0">
                      <a:srgbClr val="D6E1E2">
                        <a:gamma/>
                        <a:shade val="79216"/>
                        <a:invGamma/>
                      </a:srgbClr>
                    </a:gs>
                    <a:gs pos="100000">
                      <a:srgbClr val="D6E1E2">
                        <a:alpha val="48000"/>
                      </a:srgbClr>
                    </a:gs>
                  </a:gsLst>
                  <a:lin ang="5400000" scaled="1"/>
                </a:gradFill>
                <a:ln w="9525" algn="ctr">
                  <a:noFill/>
                  <a:round/>
                  <a:headEnd/>
                  <a:tailEnd/>
                </a:ln>
                <a:effectLst/>
              </p:spPr>
              <p:txBody>
                <a:bodyPr vert="eaVert" wrap="none" anchor="ctr"/>
                <a:lstStyle/>
                <a:p>
                  <a:endParaRPr lang="zh-CN" altLang="en-US"/>
                </a:p>
              </p:txBody>
            </p:sp>
            <p:sp>
              <p:nvSpPr>
                <p:cNvPr id="72758" name="Oval 54"/>
                <p:cNvSpPr>
                  <a:spLocks noChangeArrowheads="1"/>
                </p:cNvSpPr>
                <p:nvPr/>
              </p:nvSpPr>
              <p:spPr bwMode="gray">
                <a:xfrm>
                  <a:off x="4263" y="1757"/>
                  <a:ext cx="1033" cy="926"/>
                </a:xfrm>
                <a:prstGeom prst="ellipse">
                  <a:avLst/>
                </a:prstGeom>
                <a:gradFill rotWithShape="1">
                  <a:gsLst>
                    <a:gs pos="0">
                      <a:srgbClr val="D6E1E2">
                        <a:gamma/>
                        <a:tint val="0"/>
                        <a:invGamma/>
                      </a:srgbClr>
                    </a:gs>
                    <a:gs pos="100000">
                      <a:srgbClr val="D6E1E2">
                        <a:alpha val="38000"/>
                      </a:srgbClr>
                    </a:gs>
                  </a:gsLst>
                  <a:lin ang="5400000" scaled="1"/>
                </a:gradFill>
                <a:ln w="9525" algn="ctr">
                  <a:noFill/>
                  <a:round/>
                  <a:headEnd/>
                  <a:tailEnd/>
                </a:ln>
                <a:effectLst/>
              </p:spPr>
              <p:txBody>
                <a:bodyPr vert="eaVert" wrap="none" anchor="ctr"/>
                <a:lstStyle/>
                <a:p>
                  <a:endParaRPr lang="zh-CN" altLang="en-US"/>
                </a:p>
              </p:txBody>
            </p:sp>
          </p:grpSp>
        </p:grpSp>
      </p:grpSp>
      <p:sp>
        <p:nvSpPr>
          <p:cNvPr id="72759" name="Text Box 55"/>
          <p:cNvSpPr txBox="1">
            <a:spLocks noChangeAspect="1" noChangeArrowheads="1"/>
          </p:cNvSpPr>
          <p:nvPr/>
        </p:nvSpPr>
        <p:spPr bwMode="gray">
          <a:xfrm>
            <a:off x="2057400" y="2727325"/>
            <a:ext cx="304800" cy="396875"/>
          </a:xfrm>
          <a:prstGeom prst="rect">
            <a:avLst/>
          </a:prstGeom>
          <a:noFill/>
          <a:ln w="9525" algn="ctr">
            <a:noFill/>
            <a:miter lim="800000"/>
            <a:headEnd/>
            <a:tailEnd/>
          </a:ln>
          <a:effectLst/>
        </p:spPr>
        <p:txBody>
          <a:bodyPr>
            <a:spAutoFit/>
          </a:bodyPr>
          <a:lstStyle/>
          <a:p>
            <a:pPr algn="ctr" eaLnBrk="0" hangingPunct="0"/>
            <a:r>
              <a:rPr lang="en-US" altLang="zh-CN" sz="2000" dirty="0">
                <a:solidFill>
                  <a:schemeClr val="bg1"/>
                </a:solidFill>
                <a:ea typeface="宋体" pitchFamily="2" charset="-122"/>
              </a:rPr>
              <a:t>3</a:t>
            </a:r>
          </a:p>
        </p:txBody>
      </p:sp>
      <p:grpSp>
        <p:nvGrpSpPr>
          <p:cNvPr id="14" name="Group 57"/>
          <p:cNvGrpSpPr>
            <a:grpSpLocks noChangeAspect="1"/>
          </p:cNvGrpSpPr>
          <p:nvPr/>
        </p:nvGrpSpPr>
        <p:grpSpPr bwMode="auto">
          <a:xfrm>
            <a:off x="1981200" y="3200400"/>
            <a:ext cx="468313" cy="468313"/>
            <a:chOff x="816" y="2400"/>
            <a:chExt cx="480" cy="476"/>
          </a:xfrm>
        </p:grpSpPr>
        <p:grpSp>
          <p:nvGrpSpPr>
            <p:cNvPr id="15" name="Group 58"/>
            <p:cNvGrpSpPr>
              <a:grpSpLocks noChangeAspect="1"/>
            </p:cNvGrpSpPr>
            <p:nvPr/>
          </p:nvGrpSpPr>
          <p:grpSpPr bwMode="auto">
            <a:xfrm>
              <a:off x="816" y="2400"/>
              <a:ext cx="480" cy="476"/>
              <a:chOff x="662" y="1574"/>
              <a:chExt cx="480" cy="476"/>
            </a:xfrm>
          </p:grpSpPr>
          <p:sp>
            <p:nvSpPr>
              <p:cNvPr id="72763" name="Oval 59"/>
              <p:cNvSpPr>
                <a:spLocks noChangeAspect="1" noChangeArrowheads="1"/>
              </p:cNvSpPr>
              <p:nvPr/>
            </p:nvSpPr>
            <p:spPr bwMode="gray">
              <a:xfrm>
                <a:off x="662" y="1574"/>
                <a:ext cx="480" cy="476"/>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lgn="ctr">
                <a:noFill/>
                <a:round/>
                <a:headEnd/>
                <a:tailEnd/>
              </a:ln>
              <a:effectLst/>
            </p:spPr>
            <p:txBody>
              <a:bodyPr wrap="none" anchor="ctr">
                <a:spAutoFit/>
              </a:bodyPr>
              <a:lstStyle/>
              <a:p>
                <a:endParaRPr lang="zh-CN" altLang="en-US"/>
              </a:p>
            </p:txBody>
          </p:sp>
          <p:sp>
            <p:nvSpPr>
              <p:cNvPr id="72764" name="Oval 60"/>
              <p:cNvSpPr>
                <a:spLocks noChangeAspect="1" noChangeArrowheads="1"/>
              </p:cNvSpPr>
              <p:nvPr/>
            </p:nvSpPr>
            <p:spPr bwMode="gray">
              <a:xfrm>
                <a:off x="662" y="1574"/>
                <a:ext cx="480" cy="476"/>
              </a:xfrm>
              <a:prstGeom prst="ellipse">
                <a:avLst/>
              </a:prstGeom>
              <a:gradFill rotWithShape="1">
                <a:gsLst>
                  <a:gs pos="0">
                    <a:schemeClr val="hlink">
                      <a:alpha val="32001"/>
                    </a:schemeClr>
                  </a:gs>
                  <a:gs pos="100000">
                    <a:schemeClr val="hlink">
                      <a:gamma/>
                      <a:shade val="0"/>
                      <a:invGamma/>
                      <a:alpha val="89999"/>
                    </a:schemeClr>
                  </a:gs>
                </a:gsLst>
                <a:lin ang="2700000" scaled="1"/>
              </a:gradFill>
              <a:ln w="38100" algn="ctr">
                <a:noFill/>
                <a:round/>
                <a:headEnd/>
                <a:tailEnd/>
              </a:ln>
              <a:effectLst/>
            </p:spPr>
            <p:txBody>
              <a:bodyPr wrap="none" anchor="ctr">
                <a:spAutoFit/>
              </a:bodyPr>
              <a:lstStyle/>
              <a:p>
                <a:endParaRPr lang="zh-CN" altLang="en-US"/>
              </a:p>
            </p:txBody>
          </p:sp>
          <p:sp>
            <p:nvSpPr>
              <p:cNvPr id="72765" name="Oval 61"/>
              <p:cNvSpPr>
                <a:spLocks noChangeAspect="1" noChangeArrowheads="1"/>
              </p:cNvSpPr>
              <p:nvPr/>
            </p:nvSpPr>
            <p:spPr bwMode="gray">
              <a:xfrm>
                <a:off x="694" y="1605"/>
                <a:ext cx="416" cy="414"/>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lgn="ctr">
                <a:noFill/>
                <a:round/>
                <a:headEnd/>
                <a:tailEnd/>
              </a:ln>
              <a:effectLst/>
            </p:spPr>
            <p:txBody>
              <a:bodyPr anchor="ctr">
                <a:spAutoFit/>
              </a:bodyPr>
              <a:lstStyle/>
              <a:p>
                <a:endParaRPr lang="zh-CN" altLang="en-US"/>
              </a:p>
            </p:txBody>
          </p:sp>
          <p:sp>
            <p:nvSpPr>
              <p:cNvPr id="72766" name="Oval 62"/>
              <p:cNvSpPr>
                <a:spLocks noChangeAspect="1" noChangeArrowheads="1"/>
              </p:cNvSpPr>
              <p:nvPr/>
            </p:nvSpPr>
            <p:spPr bwMode="gray">
              <a:xfrm>
                <a:off x="694" y="1606"/>
                <a:ext cx="416" cy="414"/>
              </a:xfrm>
              <a:prstGeom prst="ellipse">
                <a:avLst/>
              </a:prstGeom>
              <a:gradFill rotWithShape="1">
                <a:gsLst>
                  <a:gs pos="0">
                    <a:schemeClr val="hlink">
                      <a:gamma/>
                      <a:shade val="63529"/>
                      <a:invGamma/>
                    </a:schemeClr>
                  </a:gs>
                  <a:gs pos="100000">
                    <a:schemeClr val="hlink">
                      <a:alpha val="0"/>
                    </a:schemeClr>
                  </a:gs>
                </a:gsLst>
                <a:lin ang="2700000" scaled="1"/>
              </a:gradFill>
              <a:ln w="38100" algn="ctr">
                <a:noFill/>
                <a:round/>
                <a:headEnd/>
                <a:tailEnd/>
              </a:ln>
              <a:effectLst/>
            </p:spPr>
            <p:txBody>
              <a:bodyPr anchor="ctr">
                <a:spAutoFit/>
              </a:bodyPr>
              <a:lstStyle/>
              <a:p>
                <a:endParaRPr lang="zh-CN" altLang="en-US"/>
              </a:p>
            </p:txBody>
          </p:sp>
        </p:grpSp>
        <p:grpSp>
          <p:nvGrpSpPr>
            <p:cNvPr id="16" name="Group 63"/>
            <p:cNvGrpSpPr>
              <a:grpSpLocks noChangeAspect="1"/>
            </p:cNvGrpSpPr>
            <p:nvPr/>
          </p:nvGrpSpPr>
          <p:grpSpPr bwMode="auto">
            <a:xfrm>
              <a:off x="871" y="2455"/>
              <a:ext cx="376" cy="379"/>
              <a:chOff x="336" y="1049"/>
              <a:chExt cx="376" cy="379"/>
            </a:xfrm>
          </p:grpSpPr>
          <p:sp>
            <p:nvSpPr>
              <p:cNvPr id="72768" name="Oval 64"/>
              <p:cNvSpPr>
                <a:spLocks noChangeAspect="1" noChangeArrowheads="1"/>
              </p:cNvSpPr>
              <p:nvPr/>
            </p:nvSpPr>
            <p:spPr bwMode="gray">
              <a:xfrm>
                <a:off x="336" y="1056"/>
                <a:ext cx="376" cy="372"/>
              </a:xfrm>
              <a:prstGeom prst="ellipse">
                <a:avLst/>
              </a:prstGeom>
              <a:solidFill>
                <a:srgbClr val="000000"/>
              </a:solidFill>
              <a:ln w="38100" algn="ctr">
                <a:noFill/>
                <a:round/>
                <a:headEnd/>
                <a:tailEnd/>
              </a:ln>
              <a:effectLst/>
            </p:spPr>
            <p:txBody>
              <a:bodyPr anchor="ctr">
                <a:spAutoFit/>
              </a:bodyPr>
              <a:lstStyle/>
              <a:p>
                <a:endParaRPr lang="zh-CN" altLang="en-US"/>
              </a:p>
            </p:txBody>
          </p:sp>
          <p:grpSp>
            <p:nvGrpSpPr>
              <p:cNvPr id="17" name="Group 65"/>
              <p:cNvGrpSpPr>
                <a:grpSpLocks noChangeAspect="1"/>
              </p:cNvGrpSpPr>
              <p:nvPr/>
            </p:nvGrpSpPr>
            <p:grpSpPr bwMode="auto">
              <a:xfrm>
                <a:off x="336" y="1049"/>
                <a:ext cx="364" cy="361"/>
                <a:chOff x="4166" y="1706"/>
                <a:chExt cx="1252" cy="1252"/>
              </a:xfrm>
            </p:grpSpPr>
            <p:sp>
              <p:nvSpPr>
                <p:cNvPr id="72770" name="Oval 66"/>
                <p:cNvSpPr>
                  <a:spLocks noChangeAspect="1" noChangeArrowheads="1"/>
                </p:cNvSpPr>
                <p:nvPr/>
              </p:nvSpPr>
              <p:spPr bwMode="gray">
                <a:xfrm>
                  <a:off x="4166" y="1706"/>
                  <a:ext cx="1252" cy="1252"/>
                </a:xfrm>
                <a:prstGeom prst="ellipse">
                  <a:avLst/>
                </a:prstGeom>
                <a:gradFill rotWithShape="1">
                  <a:gsLst>
                    <a:gs pos="0">
                      <a:srgbClr val="D6E1E2">
                        <a:gamma/>
                        <a:shade val="46275"/>
                        <a:invGamma/>
                      </a:srgbClr>
                    </a:gs>
                    <a:gs pos="100000">
                      <a:srgbClr val="D6E1E2"/>
                    </a:gs>
                  </a:gsLst>
                  <a:lin ang="5400000" scaled="1"/>
                </a:gradFill>
                <a:ln w="9525" algn="ctr">
                  <a:noFill/>
                  <a:round/>
                  <a:headEnd/>
                  <a:tailEnd/>
                </a:ln>
                <a:effectLst/>
              </p:spPr>
              <p:txBody>
                <a:bodyPr vert="eaVert" wrap="none" anchor="ctr"/>
                <a:lstStyle/>
                <a:p>
                  <a:endParaRPr lang="zh-CN" altLang="en-US"/>
                </a:p>
              </p:txBody>
            </p:sp>
            <p:sp>
              <p:nvSpPr>
                <p:cNvPr id="72771" name="Oval 67"/>
                <p:cNvSpPr>
                  <a:spLocks noChangeAspect="1" noChangeArrowheads="1"/>
                </p:cNvSpPr>
                <p:nvPr/>
              </p:nvSpPr>
              <p:spPr bwMode="gray">
                <a:xfrm>
                  <a:off x="4182" y="1713"/>
                  <a:ext cx="1222" cy="1221"/>
                </a:xfrm>
                <a:prstGeom prst="ellipse">
                  <a:avLst/>
                </a:prstGeom>
                <a:gradFill rotWithShape="1">
                  <a:gsLst>
                    <a:gs pos="0">
                      <a:srgbClr val="D6E1E2">
                        <a:alpha val="0"/>
                      </a:srgbClr>
                    </a:gs>
                    <a:gs pos="100000">
                      <a:srgbClr val="D6E1E2">
                        <a:gamma/>
                        <a:tint val="34902"/>
                        <a:invGamma/>
                      </a:srgbClr>
                    </a:gs>
                  </a:gsLst>
                  <a:lin ang="5400000" scaled="1"/>
                </a:gradFill>
                <a:ln w="9525" algn="ctr">
                  <a:noFill/>
                  <a:round/>
                  <a:headEnd/>
                  <a:tailEnd/>
                </a:ln>
                <a:effectLst/>
              </p:spPr>
              <p:txBody>
                <a:bodyPr vert="eaVert" wrap="none" anchor="ctr"/>
                <a:lstStyle/>
                <a:p>
                  <a:endParaRPr lang="zh-CN" altLang="en-US"/>
                </a:p>
              </p:txBody>
            </p:sp>
            <p:sp>
              <p:nvSpPr>
                <p:cNvPr id="72772" name="Oval 68"/>
                <p:cNvSpPr>
                  <a:spLocks noChangeAspect="1" noChangeArrowheads="1"/>
                </p:cNvSpPr>
                <p:nvPr/>
              </p:nvSpPr>
              <p:spPr bwMode="gray">
                <a:xfrm>
                  <a:off x="4195" y="1725"/>
                  <a:ext cx="1162" cy="1141"/>
                </a:xfrm>
                <a:prstGeom prst="ellipse">
                  <a:avLst/>
                </a:prstGeom>
                <a:gradFill rotWithShape="1">
                  <a:gsLst>
                    <a:gs pos="0">
                      <a:srgbClr val="D6E1E2">
                        <a:gamma/>
                        <a:shade val="79216"/>
                        <a:invGamma/>
                      </a:srgbClr>
                    </a:gs>
                    <a:gs pos="100000">
                      <a:srgbClr val="D6E1E2">
                        <a:alpha val="48000"/>
                      </a:srgbClr>
                    </a:gs>
                  </a:gsLst>
                  <a:lin ang="5400000" scaled="1"/>
                </a:gradFill>
                <a:ln w="9525" algn="ctr">
                  <a:noFill/>
                  <a:round/>
                  <a:headEnd/>
                  <a:tailEnd/>
                </a:ln>
                <a:effectLst/>
              </p:spPr>
              <p:txBody>
                <a:bodyPr vert="eaVert" wrap="none" anchor="ctr"/>
                <a:lstStyle/>
                <a:p>
                  <a:endParaRPr lang="zh-CN" altLang="en-US"/>
                </a:p>
              </p:txBody>
            </p:sp>
            <p:sp>
              <p:nvSpPr>
                <p:cNvPr id="72773" name="Oval 69"/>
                <p:cNvSpPr>
                  <a:spLocks noChangeAspect="1" noChangeArrowheads="1"/>
                </p:cNvSpPr>
                <p:nvPr/>
              </p:nvSpPr>
              <p:spPr bwMode="gray">
                <a:xfrm>
                  <a:off x="4263" y="1757"/>
                  <a:ext cx="1033" cy="926"/>
                </a:xfrm>
                <a:prstGeom prst="ellipse">
                  <a:avLst/>
                </a:prstGeom>
                <a:gradFill rotWithShape="1">
                  <a:gsLst>
                    <a:gs pos="0">
                      <a:srgbClr val="D6E1E2">
                        <a:gamma/>
                        <a:tint val="0"/>
                        <a:invGamma/>
                      </a:srgbClr>
                    </a:gs>
                    <a:gs pos="100000">
                      <a:srgbClr val="D6E1E2">
                        <a:alpha val="38000"/>
                      </a:srgbClr>
                    </a:gs>
                  </a:gsLst>
                  <a:lin ang="5400000" scaled="1"/>
                </a:gradFill>
                <a:ln w="9525" algn="ctr">
                  <a:noFill/>
                  <a:round/>
                  <a:headEnd/>
                  <a:tailEnd/>
                </a:ln>
                <a:effectLst/>
              </p:spPr>
              <p:txBody>
                <a:bodyPr vert="eaVert" wrap="none" anchor="ctr"/>
                <a:lstStyle/>
                <a:p>
                  <a:endParaRPr lang="zh-CN" altLang="en-US"/>
                </a:p>
              </p:txBody>
            </p:sp>
          </p:grpSp>
        </p:grpSp>
      </p:grpSp>
      <p:sp>
        <p:nvSpPr>
          <p:cNvPr id="72774" name="Text Box 70"/>
          <p:cNvSpPr txBox="1">
            <a:spLocks noChangeArrowheads="1"/>
          </p:cNvSpPr>
          <p:nvPr/>
        </p:nvSpPr>
        <p:spPr bwMode="gray">
          <a:xfrm>
            <a:off x="2036763" y="3260725"/>
            <a:ext cx="325437" cy="396875"/>
          </a:xfrm>
          <a:prstGeom prst="rect">
            <a:avLst/>
          </a:prstGeom>
          <a:noFill/>
          <a:ln w="9525" algn="ctr">
            <a:noFill/>
            <a:miter lim="800000"/>
            <a:headEnd/>
            <a:tailEnd/>
          </a:ln>
          <a:effectLst/>
        </p:spPr>
        <p:txBody>
          <a:bodyPr wrap="none">
            <a:spAutoFit/>
          </a:bodyPr>
          <a:lstStyle/>
          <a:p>
            <a:pPr algn="ctr" eaLnBrk="0" hangingPunct="0"/>
            <a:r>
              <a:rPr lang="en-US" altLang="zh-CN" sz="2000" dirty="0">
                <a:solidFill>
                  <a:schemeClr val="bg1"/>
                </a:solidFill>
                <a:ea typeface="宋体" pitchFamily="2" charset="-122"/>
              </a:rPr>
              <a:t>4</a:t>
            </a:r>
          </a:p>
        </p:txBody>
      </p:sp>
      <p:sp>
        <p:nvSpPr>
          <p:cNvPr id="72778" name="Line 74"/>
          <p:cNvSpPr>
            <a:spLocks noChangeShapeType="1"/>
          </p:cNvSpPr>
          <p:nvPr/>
        </p:nvSpPr>
        <p:spPr bwMode="auto">
          <a:xfrm>
            <a:off x="2286000" y="3592513"/>
            <a:ext cx="4678363" cy="0"/>
          </a:xfrm>
          <a:prstGeom prst="line">
            <a:avLst/>
          </a:prstGeom>
          <a:noFill/>
          <a:ln w="25400">
            <a:solidFill>
              <a:schemeClr val="bg2"/>
            </a:solidFill>
            <a:prstDash val="sysDot"/>
            <a:round/>
            <a:headEnd/>
            <a:tailEnd type="oval" w="med" len="med"/>
          </a:ln>
          <a:effectLst/>
        </p:spPr>
        <p:txBody>
          <a:bodyPr wrap="none" anchor="ctr"/>
          <a:lstStyle/>
          <a:p>
            <a:endParaRPr lang="zh-CN" altLang="en-US"/>
          </a:p>
        </p:txBody>
      </p:sp>
      <p:sp>
        <p:nvSpPr>
          <p:cNvPr id="72779" name="Text Box 75"/>
          <p:cNvSpPr txBox="1">
            <a:spLocks noChangeArrowheads="1"/>
          </p:cNvSpPr>
          <p:nvPr/>
        </p:nvSpPr>
        <p:spPr bwMode="auto">
          <a:xfrm>
            <a:off x="2514600" y="3653135"/>
            <a:ext cx="4495800" cy="461665"/>
          </a:xfrm>
          <a:prstGeom prst="rect">
            <a:avLst/>
          </a:prstGeom>
          <a:noFill/>
          <a:ln w="9525" algn="ctr">
            <a:noFill/>
            <a:miter lim="800000"/>
            <a:headEnd/>
            <a:tailEnd/>
          </a:ln>
          <a:effectLst/>
        </p:spPr>
        <p:txBody>
          <a:bodyPr>
            <a:spAutoFit/>
          </a:bodyPr>
          <a:lstStyle/>
          <a:p>
            <a:pPr eaLnBrk="0" hangingPunct="0"/>
            <a:r>
              <a:rPr lang="en-US" altLang="zh-CN" sz="2400" dirty="0" err="1" smtClean="0">
                <a:ea typeface="宋体" pitchFamily="2" charset="-122"/>
              </a:rPr>
              <a:t>Geodatabase</a:t>
            </a:r>
            <a:r>
              <a:rPr lang="zh-CN" altLang="en-US" sz="2400" dirty="0" smtClean="0">
                <a:ea typeface="宋体" pitchFamily="2" charset="-122"/>
              </a:rPr>
              <a:t>模型</a:t>
            </a:r>
            <a:endParaRPr lang="zh-CN" altLang="en-US" sz="2400" dirty="0">
              <a:ea typeface="宋体" pitchFamily="2" charset="-122"/>
            </a:endParaRPr>
          </a:p>
        </p:txBody>
      </p:sp>
      <p:grpSp>
        <p:nvGrpSpPr>
          <p:cNvPr id="18" name="Group 77"/>
          <p:cNvGrpSpPr>
            <a:grpSpLocks noChangeAspect="1"/>
          </p:cNvGrpSpPr>
          <p:nvPr/>
        </p:nvGrpSpPr>
        <p:grpSpPr bwMode="auto">
          <a:xfrm>
            <a:off x="1981200" y="3655715"/>
            <a:ext cx="468313" cy="463550"/>
            <a:chOff x="662" y="1574"/>
            <a:chExt cx="480" cy="476"/>
          </a:xfrm>
        </p:grpSpPr>
        <p:grpSp>
          <p:nvGrpSpPr>
            <p:cNvPr id="19" name="Group 78"/>
            <p:cNvGrpSpPr>
              <a:grpSpLocks noChangeAspect="1"/>
            </p:cNvGrpSpPr>
            <p:nvPr/>
          </p:nvGrpSpPr>
          <p:grpSpPr bwMode="auto">
            <a:xfrm>
              <a:off x="662" y="1574"/>
              <a:ext cx="480" cy="476"/>
              <a:chOff x="662" y="1574"/>
              <a:chExt cx="480" cy="476"/>
            </a:xfrm>
          </p:grpSpPr>
          <p:sp>
            <p:nvSpPr>
              <p:cNvPr id="72783" name="Oval 79"/>
              <p:cNvSpPr>
                <a:spLocks noChangeAspect="1" noChangeArrowheads="1"/>
              </p:cNvSpPr>
              <p:nvPr/>
            </p:nvSpPr>
            <p:spPr bwMode="gray">
              <a:xfrm>
                <a:off x="662" y="1574"/>
                <a:ext cx="480" cy="476"/>
              </a:xfrm>
              <a:prstGeom prst="ellipse">
                <a:avLst/>
              </a:prstGeom>
              <a:gradFill rotWithShape="1">
                <a:gsLst>
                  <a:gs pos="0">
                    <a:schemeClr val="accent1">
                      <a:gamma/>
                      <a:tint val="0"/>
                      <a:invGamma/>
                    </a:schemeClr>
                  </a:gs>
                  <a:gs pos="50000">
                    <a:schemeClr val="accent1"/>
                  </a:gs>
                  <a:gs pos="100000">
                    <a:schemeClr val="accent1">
                      <a:gamma/>
                      <a:tint val="0"/>
                      <a:invGamma/>
                    </a:schemeClr>
                  </a:gs>
                </a:gsLst>
                <a:lin ang="2700000" scaled="1"/>
              </a:gradFill>
              <a:ln w="38100" algn="ctr">
                <a:noFill/>
                <a:round/>
                <a:headEnd/>
                <a:tailEnd/>
              </a:ln>
              <a:effectLst/>
            </p:spPr>
            <p:txBody>
              <a:bodyPr wrap="none" anchor="ctr">
                <a:spAutoFit/>
              </a:bodyPr>
              <a:lstStyle/>
              <a:p>
                <a:endParaRPr lang="zh-CN" altLang="en-US"/>
              </a:p>
            </p:txBody>
          </p:sp>
          <p:sp>
            <p:nvSpPr>
              <p:cNvPr id="72784" name="Oval 80"/>
              <p:cNvSpPr>
                <a:spLocks noChangeAspect="1" noChangeArrowheads="1"/>
              </p:cNvSpPr>
              <p:nvPr/>
            </p:nvSpPr>
            <p:spPr bwMode="gray">
              <a:xfrm>
                <a:off x="662" y="1574"/>
                <a:ext cx="480" cy="476"/>
              </a:xfrm>
              <a:prstGeom prst="ellipse">
                <a:avLst/>
              </a:prstGeom>
              <a:gradFill rotWithShape="1">
                <a:gsLst>
                  <a:gs pos="0">
                    <a:schemeClr val="accent1">
                      <a:alpha val="32001"/>
                    </a:schemeClr>
                  </a:gs>
                  <a:gs pos="100000">
                    <a:schemeClr val="accent1">
                      <a:gamma/>
                      <a:shade val="0"/>
                      <a:invGamma/>
                      <a:alpha val="89999"/>
                    </a:schemeClr>
                  </a:gs>
                </a:gsLst>
                <a:lin ang="2700000" scaled="1"/>
              </a:gradFill>
              <a:ln w="38100" algn="ctr">
                <a:noFill/>
                <a:round/>
                <a:headEnd/>
                <a:tailEnd/>
              </a:ln>
              <a:effectLst/>
            </p:spPr>
            <p:txBody>
              <a:bodyPr wrap="none" anchor="ctr">
                <a:spAutoFit/>
              </a:bodyPr>
              <a:lstStyle/>
              <a:p>
                <a:endParaRPr lang="zh-CN" altLang="en-US"/>
              </a:p>
            </p:txBody>
          </p:sp>
          <p:sp>
            <p:nvSpPr>
              <p:cNvPr id="72785" name="Oval 81"/>
              <p:cNvSpPr>
                <a:spLocks noChangeAspect="1" noChangeArrowheads="1"/>
              </p:cNvSpPr>
              <p:nvPr/>
            </p:nvSpPr>
            <p:spPr bwMode="gray">
              <a:xfrm>
                <a:off x="694" y="1605"/>
                <a:ext cx="416" cy="414"/>
              </a:xfrm>
              <a:prstGeom prst="ellipse">
                <a:avLst/>
              </a:prstGeom>
              <a:gradFill rotWithShape="1">
                <a:gsLst>
                  <a:gs pos="0">
                    <a:schemeClr val="accent1">
                      <a:gamma/>
                      <a:shade val="54118"/>
                      <a:invGamma/>
                    </a:schemeClr>
                  </a:gs>
                  <a:gs pos="50000">
                    <a:schemeClr val="accent1"/>
                  </a:gs>
                  <a:gs pos="100000">
                    <a:schemeClr val="accent1">
                      <a:gamma/>
                      <a:shade val="54118"/>
                      <a:invGamma/>
                    </a:schemeClr>
                  </a:gs>
                </a:gsLst>
                <a:lin ang="18900000" scaled="1"/>
              </a:gradFill>
              <a:ln w="38100" algn="ctr">
                <a:noFill/>
                <a:round/>
                <a:headEnd/>
                <a:tailEnd/>
              </a:ln>
              <a:effectLst/>
            </p:spPr>
            <p:txBody>
              <a:bodyPr anchor="ctr">
                <a:spAutoFit/>
              </a:bodyPr>
              <a:lstStyle/>
              <a:p>
                <a:endParaRPr lang="zh-CN" altLang="en-US"/>
              </a:p>
            </p:txBody>
          </p:sp>
          <p:sp>
            <p:nvSpPr>
              <p:cNvPr id="72786" name="Oval 82"/>
              <p:cNvSpPr>
                <a:spLocks noChangeAspect="1" noChangeArrowheads="1"/>
              </p:cNvSpPr>
              <p:nvPr/>
            </p:nvSpPr>
            <p:spPr bwMode="gray">
              <a:xfrm>
                <a:off x="694" y="1606"/>
                <a:ext cx="416" cy="414"/>
              </a:xfrm>
              <a:prstGeom prst="ellipse">
                <a:avLst/>
              </a:prstGeom>
              <a:gradFill rotWithShape="1">
                <a:gsLst>
                  <a:gs pos="0">
                    <a:schemeClr val="accent1">
                      <a:gamma/>
                      <a:shade val="63529"/>
                      <a:invGamma/>
                    </a:schemeClr>
                  </a:gs>
                  <a:gs pos="100000">
                    <a:schemeClr val="accent1">
                      <a:alpha val="0"/>
                    </a:schemeClr>
                  </a:gs>
                </a:gsLst>
                <a:lin ang="2700000" scaled="1"/>
              </a:gradFill>
              <a:ln w="38100" algn="ctr">
                <a:noFill/>
                <a:round/>
                <a:headEnd/>
                <a:tailEnd/>
              </a:ln>
              <a:effectLst/>
            </p:spPr>
            <p:txBody>
              <a:bodyPr anchor="ctr">
                <a:spAutoFit/>
              </a:bodyPr>
              <a:lstStyle/>
              <a:p>
                <a:endParaRPr lang="zh-CN" altLang="en-US"/>
              </a:p>
            </p:txBody>
          </p:sp>
        </p:grpSp>
        <p:grpSp>
          <p:nvGrpSpPr>
            <p:cNvPr id="20" name="Group 83"/>
            <p:cNvGrpSpPr>
              <a:grpSpLocks noChangeAspect="1"/>
            </p:cNvGrpSpPr>
            <p:nvPr/>
          </p:nvGrpSpPr>
          <p:grpSpPr bwMode="auto">
            <a:xfrm>
              <a:off x="720" y="1625"/>
              <a:ext cx="376" cy="379"/>
              <a:chOff x="336" y="1049"/>
              <a:chExt cx="376" cy="379"/>
            </a:xfrm>
          </p:grpSpPr>
          <p:sp>
            <p:nvSpPr>
              <p:cNvPr id="72788" name="Oval 84"/>
              <p:cNvSpPr>
                <a:spLocks noChangeAspect="1" noChangeArrowheads="1"/>
              </p:cNvSpPr>
              <p:nvPr/>
            </p:nvSpPr>
            <p:spPr bwMode="gray">
              <a:xfrm>
                <a:off x="336" y="1056"/>
                <a:ext cx="376" cy="372"/>
              </a:xfrm>
              <a:prstGeom prst="ellipse">
                <a:avLst/>
              </a:prstGeom>
              <a:solidFill>
                <a:srgbClr val="000000"/>
              </a:solidFill>
              <a:ln w="38100" algn="ctr">
                <a:noFill/>
                <a:round/>
                <a:headEnd/>
                <a:tailEnd/>
              </a:ln>
              <a:effectLst/>
            </p:spPr>
            <p:txBody>
              <a:bodyPr anchor="ctr">
                <a:spAutoFit/>
              </a:bodyPr>
              <a:lstStyle/>
              <a:p>
                <a:endParaRPr lang="zh-CN" altLang="en-US"/>
              </a:p>
            </p:txBody>
          </p:sp>
          <p:grpSp>
            <p:nvGrpSpPr>
              <p:cNvPr id="21" name="Group 85"/>
              <p:cNvGrpSpPr>
                <a:grpSpLocks noChangeAspect="1"/>
              </p:cNvGrpSpPr>
              <p:nvPr/>
            </p:nvGrpSpPr>
            <p:grpSpPr bwMode="auto">
              <a:xfrm>
                <a:off x="336" y="1049"/>
                <a:ext cx="364" cy="361"/>
                <a:chOff x="4166" y="1706"/>
                <a:chExt cx="1252" cy="1252"/>
              </a:xfrm>
            </p:grpSpPr>
            <p:sp>
              <p:nvSpPr>
                <p:cNvPr id="72790" name="Oval 86"/>
                <p:cNvSpPr>
                  <a:spLocks noChangeAspect="1" noChangeArrowheads="1"/>
                </p:cNvSpPr>
                <p:nvPr/>
              </p:nvSpPr>
              <p:spPr bwMode="gray">
                <a:xfrm>
                  <a:off x="4166" y="1706"/>
                  <a:ext cx="1252" cy="1252"/>
                </a:xfrm>
                <a:prstGeom prst="ellipse">
                  <a:avLst/>
                </a:prstGeom>
                <a:gradFill rotWithShape="1">
                  <a:gsLst>
                    <a:gs pos="0">
                      <a:srgbClr val="D6E1E2">
                        <a:gamma/>
                        <a:shade val="46275"/>
                        <a:invGamma/>
                      </a:srgbClr>
                    </a:gs>
                    <a:gs pos="100000">
                      <a:srgbClr val="D6E1E2"/>
                    </a:gs>
                  </a:gsLst>
                  <a:lin ang="5400000" scaled="1"/>
                </a:gradFill>
                <a:ln w="9525" algn="ctr">
                  <a:noFill/>
                  <a:round/>
                  <a:headEnd/>
                  <a:tailEnd/>
                </a:ln>
                <a:effectLst/>
              </p:spPr>
              <p:txBody>
                <a:bodyPr vert="eaVert" wrap="none" anchor="ctr"/>
                <a:lstStyle/>
                <a:p>
                  <a:endParaRPr lang="zh-CN" altLang="en-US"/>
                </a:p>
              </p:txBody>
            </p:sp>
            <p:sp>
              <p:nvSpPr>
                <p:cNvPr id="72791" name="Oval 87"/>
                <p:cNvSpPr>
                  <a:spLocks noChangeAspect="1" noChangeArrowheads="1"/>
                </p:cNvSpPr>
                <p:nvPr/>
              </p:nvSpPr>
              <p:spPr bwMode="gray">
                <a:xfrm>
                  <a:off x="4182" y="1713"/>
                  <a:ext cx="1222" cy="1221"/>
                </a:xfrm>
                <a:prstGeom prst="ellipse">
                  <a:avLst/>
                </a:prstGeom>
                <a:gradFill rotWithShape="1">
                  <a:gsLst>
                    <a:gs pos="0">
                      <a:srgbClr val="D6E1E2">
                        <a:alpha val="0"/>
                      </a:srgbClr>
                    </a:gs>
                    <a:gs pos="100000">
                      <a:srgbClr val="D6E1E2">
                        <a:gamma/>
                        <a:tint val="34902"/>
                        <a:invGamma/>
                      </a:srgbClr>
                    </a:gs>
                  </a:gsLst>
                  <a:lin ang="5400000" scaled="1"/>
                </a:gradFill>
                <a:ln w="9525" algn="ctr">
                  <a:noFill/>
                  <a:round/>
                  <a:headEnd/>
                  <a:tailEnd/>
                </a:ln>
                <a:effectLst/>
              </p:spPr>
              <p:txBody>
                <a:bodyPr vert="eaVert" wrap="none" anchor="ctr"/>
                <a:lstStyle/>
                <a:p>
                  <a:endParaRPr lang="zh-CN" altLang="en-US"/>
                </a:p>
              </p:txBody>
            </p:sp>
            <p:sp>
              <p:nvSpPr>
                <p:cNvPr id="72792" name="Oval 88"/>
                <p:cNvSpPr>
                  <a:spLocks noChangeAspect="1" noChangeArrowheads="1"/>
                </p:cNvSpPr>
                <p:nvPr/>
              </p:nvSpPr>
              <p:spPr bwMode="gray">
                <a:xfrm>
                  <a:off x="4195" y="1725"/>
                  <a:ext cx="1162" cy="1141"/>
                </a:xfrm>
                <a:prstGeom prst="ellipse">
                  <a:avLst/>
                </a:prstGeom>
                <a:gradFill rotWithShape="1">
                  <a:gsLst>
                    <a:gs pos="0">
                      <a:srgbClr val="D6E1E2">
                        <a:gamma/>
                        <a:shade val="79216"/>
                        <a:invGamma/>
                      </a:srgbClr>
                    </a:gs>
                    <a:gs pos="100000">
                      <a:srgbClr val="D6E1E2">
                        <a:alpha val="48000"/>
                      </a:srgbClr>
                    </a:gs>
                  </a:gsLst>
                  <a:lin ang="5400000" scaled="1"/>
                </a:gradFill>
                <a:ln w="9525" algn="ctr">
                  <a:noFill/>
                  <a:round/>
                  <a:headEnd/>
                  <a:tailEnd/>
                </a:ln>
                <a:effectLst/>
              </p:spPr>
              <p:txBody>
                <a:bodyPr vert="eaVert" wrap="none" anchor="ctr"/>
                <a:lstStyle/>
                <a:p>
                  <a:endParaRPr lang="zh-CN" altLang="en-US"/>
                </a:p>
              </p:txBody>
            </p:sp>
            <p:sp>
              <p:nvSpPr>
                <p:cNvPr id="72793" name="Oval 89"/>
                <p:cNvSpPr>
                  <a:spLocks noChangeAspect="1" noChangeArrowheads="1"/>
                </p:cNvSpPr>
                <p:nvPr/>
              </p:nvSpPr>
              <p:spPr bwMode="gray">
                <a:xfrm>
                  <a:off x="4263" y="1757"/>
                  <a:ext cx="1033" cy="926"/>
                </a:xfrm>
                <a:prstGeom prst="ellipse">
                  <a:avLst/>
                </a:prstGeom>
                <a:gradFill rotWithShape="1">
                  <a:gsLst>
                    <a:gs pos="0">
                      <a:srgbClr val="D6E1E2">
                        <a:gamma/>
                        <a:tint val="0"/>
                        <a:invGamma/>
                      </a:srgbClr>
                    </a:gs>
                    <a:gs pos="100000">
                      <a:srgbClr val="D6E1E2">
                        <a:alpha val="38000"/>
                      </a:srgbClr>
                    </a:gs>
                  </a:gsLst>
                  <a:lin ang="5400000" scaled="1"/>
                </a:gradFill>
                <a:ln w="9525" algn="ctr">
                  <a:noFill/>
                  <a:round/>
                  <a:headEnd/>
                  <a:tailEnd/>
                </a:ln>
                <a:effectLst/>
              </p:spPr>
              <p:txBody>
                <a:bodyPr vert="eaVert" wrap="none" anchor="ctr"/>
                <a:lstStyle/>
                <a:p>
                  <a:endParaRPr lang="zh-CN" altLang="en-US"/>
                </a:p>
              </p:txBody>
            </p:sp>
          </p:grpSp>
        </p:grpSp>
      </p:grpSp>
      <p:sp>
        <p:nvSpPr>
          <p:cNvPr id="72794" name="Text Box 90"/>
          <p:cNvSpPr txBox="1">
            <a:spLocks noChangeAspect="1" noChangeArrowheads="1"/>
          </p:cNvSpPr>
          <p:nvPr/>
        </p:nvSpPr>
        <p:spPr bwMode="gray">
          <a:xfrm>
            <a:off x="2057400" y="3704927"/>
            <a:ext cx="304800" cy="396875"/>
          </a:xfrm>
          <a:prstGeom prst="rect">
            <a:avLst/>
          </a:prstGeom>
          <a:noFill/>
          <a:ln w="9525" algn="ctr">
            <a:noFill/>
            <a:miter lim="800000"/>
            <a:headEnd/>
            <a:tailEnd/>
          </a:ln>
          <a:effectLst/>
        </p:spPr>
        <p:txBody>
          <a:bodyPr>
            <a:spAutoFit/>
          </a:bodyPr>
          <a:lstStyle/>
          <a:p>
            <a:pPr algn="ctr" eaLnBrk="0" hangingPunct="0"/>
            <a:r>
              <a:rPr lang="en-US" altLang="zh-CN" sz="2000" dirty="0">
                <a:solidFill>
                  <a:schemeClr val="bg1"/>
                </a:solidFill>
                <a:ea typeface="宋体" pitchFamily="2" charset="-122"/>
              </a:rPr>
              <a:t>5</a:t>
            </a:r>
          </a:p>
        </p:txBody>
      </p:sp>
      <p:sp>
        <p:nvSpPr>
          <p:cNvPr id="72797" name="Text Box 93"/>
          <p:cNvSpPr txBox="1">
            <a:spLocks noChangeArrowheads="1"/>
          </p:cNvSpPr>
          <p:nvPr/>
        </p:nvSpPr>
        <p:spPr bwMode="gray">
          <a:xfrm>
            <a:off x="2057400" y="2211685"/>
            <a:ext cx="284163" cy="360362"/>
          </a:xfrm>
          <a:prstGeom prst="rect">
            <a:avLst/>
          </a:prstGeom>
          <a:noFill/>
          <a:ln w="9525" algn="ctr">
            <a:noFill/>
            <a:miter lim="800000"/>
            <a:headEnd/>
            <a:tailEnd/>
          </a:ln>
          <a:effectLst/>
        </p:spPr>
        <p:txBody>
          <a:bodyPr/>
          <a:lstStyle/>
          <a:p>
            <a:pPr algn="ctr" eaLnBrk="0" hangingPunct="0"/>
            <a:r>
              <a:rPr lang="en-US" altLang="zh-CN" sz="2000" dirty="0">
                <a:solidFill>
                  <a:schemeClr val="bg1"/>
                </a:solidFill>
                <a:ea typeface="宋体" pitchFamily="2" charset="-122"/>
              </a:rPr>
              <a:t>2</a:t>
            </a:r>
          </a:p>
        </p:txBody>
      </p:sp>
      <p:sp>
        <p:nvSpPr>
          <p:cNvPr id="72799" name="Line 95"/>
          <p:cNvSpPr>
            <a:spLocks noChangeShapeType="1"/>
          </p:cNvSpPr>
          <p:nvPr/>
        </p:nvSpPr>
        <p:spPr bwMode="auto">
          <a:xfrm>
            <a:off x="457200" y="1219200"/>
            <a:ext cx="7524000" cy="0"/>
          </a:xfrm>
          <a:prstGeom prst="line">
            <a:avLst/>
          </a:prstGeom>
          <a:noFill/>
          <a:ln w="88900" cmpd="thinThick">
            <a:solidFill>
              <a:srgbClr val="9294C0"/>
            </a:solidFill>
            <a:round/>
            <a:headEnd/>
            <a:tailEnd/>
          </a:ln>
          <a:effectLst/>
        </p:spPr>
        <p:txBody>
          <a:bodyPr wrap="none" anchor="ctr"/>
          <a:lstStyle/>
          <a:p>
            <a:endParaRPr lang="zh-CN" altLang="en-US"/>
          </a:p>
        </p:txBody>
      </p:sp>
      <p:sp>
        <p:nvSpPr>
          <p:cNvPr id="72800" name="Line 96"/>
          <p:cNvSpPr>
            <a:spLocks noChangeShapeType="1"/>
          </p:cNvSpPr>
          <p:nvPr/>
        </p:nvSpPr>
        <p:spPr bwMode="auto">
          <a:xfrm>
            <a:off x="2286000" y="4511675"/>
            <a:ext cx="4678363" cy="0"/>
          </a:xfrm>
          <a:prstGeom prst="line">
            <a:avLst/>
          </a:prstGeom>
          <a:noFill/>
          <a:ln w="25400">
            <a:solidFill>
              <a:schemeClr val="bg2"/>
            </a:solidFill>
            <a:prstDash val="sysDot"/>
            <a:round/>
            <a:headEnd/>
            <a:tailEnd type="oval" w="med" len="med"/>
          </a:ln>
          <a:effectLst/>
        </p:spPr>
        <p:txBody>
          <a:bodyPr wrap="none" anchor="ctr"/>
          <a:lstStyle/>
          <a:p>
            <a:endParaRPr lang="zh-CN" altLang="en-US"/>
          </a:p>
        </p:txBody>
      </p:sp>
      <p:sp>
        <p:nvSpPr>
          <p:cNvPr id="72801" name="Text Box 97"/>
          <p:cNvSpPr txBox="1">
            <a:spLocks noChangeArrowheads="1"/>
          </p:cNvSpPr>
          <p:nvPr/>
        </p:nvSpPr>
        <p:spPr bwMode="auto">
          <a:xfrm>
            <a:off x="2514600" y="4110335"/>
            <a:ext cx="4648200" cy="461665"/>
          </a:xfrm>
          <a:prstGeom prst="rect">
            <a:avLst/>
          </a:prstGeom>
          <a:noFill/>
          <a:ln w="9525" algn="ctr">
            <a:noFill/>
            <a:miter lim="800000"/>
            <a:headEnd/>
            <a:tailEnd/>
          </a:ln>
          <a:effectLst/>
        </p:spPr>
        <p:txBody>
          <a:bodyPr wrap="square">
            <a:spAutoFit/>
          </a:bodyPr>
          <a:lstStyle/>
          <a:p>
            <a:pPr eaLnBrk="0" hangingPunct="0"/>
            <a:r>
              <a:rPr lang="en-US" altLang="zh-CN" sz="2400" dirty="0" smtClean="0">
                <a:ea typeface="宋体" pitchFamily="2" charset="-122"/>
              </a:rPr>
              <a:t>Geometry—</a:t>
            </a:r>
            <a:r>
              <a:rPr lang="zh-CN" altLang="en-US" sz="2400" dirty="0" smtClean="0">
                <a:ea typeface="宋体" pitchFamily="2" charset="-122"/>
              </a:rPr>
              <a:t>几何形体对象</a:t>
            </a:r>
            <a:endParaRPr lang="zh-CN" altLang="en-US" sz="2400" dirty="0">
              <a:ea typeface="宋体" pitchFamily="2" charset="-122"/>
            </a:endParaRPr>
          </a:p>
        </p:txBody>
      </p:sp>
      <p:grpSp>
        <p:nvGrpSpPr>
          <p:cNvPr id="22" name="Group 98"/>
          <p:cNvGrpSpPr>
            <a:grpSpLocks noChangeAspect="1"/>
          </p:cNvGrpSpPr>
          <p:nvPr/>
        </p:nvGrpSpPr>
        <p:grpSpPr bwMode="auto">
          <a:xfrm>
            <a:off x="1992313" y="4081463"/>
            <a:ext cx="468312" cy="468312"/>
            <a:chOff x="816" y="2400"/>
            <a:chExt cx="480" cy="476"/>
          </a:xfrm>
        </p:grpSpPr>
        <p:grpSp>
          <p:nvGrpSpPr>
            <p:cNvPr id="23" name="Group 99"/>
            <p:cNvGrpSpPr>
              <a:grpSpLocks noChangeAspect="1"/>
            </p:cNvGrpSpPr>
            <p:nvPr/>
          </p:nvGrpSpPr>
          <p:grpSpPr bwMode="auto">
            <a:xfrm>
              <a:off x="816" y="2400"/>
              <a:ext cx="480" cy="476"/>
              <a:chOff x="662" y="1574"/>
              <a:chExt cx="480" cy="476"/>
            </a:xfrm>
          </p:grpSpPr>
          <p:sp>
            <p:nvSpPr>
              <p:cNvPr id="72804" name="Oval 100"/>
              <p:cNvSpPr>
                <a:spLocks noChangeAspect="1" noChangeArrowheads="1"/>
              </p:cNvSpPr>
              <p:nvPr/>
            </p:nvSpPr>
            <p:spPr bwMode="gray">
              <a:xfrm>
                <a:off x="662" y="1574"/>
                <a:ext cx="480" cy="476"/>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lgn="ctr">
                <a:noFill/>
                <a:round/>
                <a:headEnd/>
                <a:tailEnd/>
              </a:ln>
              <a:effectLst/>
            </p:spPr>
            <p:txBody>
              <a:bodyPr wrap="none" anchor="ctr">
                <a:spAutoFit/>
              </a:bodyPr>
              <a:lstStyle/>
              <a:p>
                <a:endParaRPr lang="zh-CN" altLang="en-US"/>
              </a:p>
            </p:txBody>
          </p:sp>
          <p:sp>
            <p:nvSpPr>
              <p:cNvPr id="72805" name="Oval 101"/>
              <p:cNvSpPr>
                <a:spLocks noChangeAspect="1" noChangeArrowheads="1"/>
              </p:cNvSpPr>
              <p:nvPr/>
            </p:nvSpPr>
            <p:spPr bwMode="gray">
              <a:xfrm>
                <a:off x="662" y="1574"/>
                <a:ext cx="480" cy="476"/>
              </a:xfrm>
              <a:prstGeom prst="ellipse">
                <a:avLst/>
              </a:prstGeom>
              <a:gradFill rotWithShape="1">
                <a:gsLst>
                  <a:gs pos="0">
                    <a:schemeClr val="hlink">
                      <a:alpha val="32001"/>
                    </a:schemeClr>
                  </a:gs>
                  <a:gs pos="100000">
                    <a:schemeClr val="hlink">
                      <a:gamma/>
                      <a:shade val="0"/>
                      <a:invGamma/>
                      <a:alpha val="89999"/>
                    </a:schemeClr>
                  </a:gs>
                </a:gsLst>
                <a:lin ang="2700000" scaled="1"/>
              </a:gradFill>
              <a:ln w="38100" algn="ctr">
                <a:noFill/>
                <a:round/>
                <a:headEnd/>
                <a:tailEnd/>
              </a:ln>
              <a:effectLst/>
            </p:spPr>
            <p:txBody>
              <a:bodyPr wrap="none" anchor="ctr">
                <a:spAutoFit/>
              </a:bodyPr>
              <a:lstStyle/>
              <a:p>
                <a:endParaRPr lang="zh-CN" altLang="en-US"/>
              </a:p>
            </p:txBody>
          </p:sp>
          <p:sp>
            <p:nvSpPr>
              <p:cNvPr id="72806" name="Oval 102"/>
              <p:cNvSpPr>
                <a:spLocks noChangeAspect="1" noChangeArrowheads="1"/>
              </p:cNvSpPr>
              <p:nvPr/>
            </p:nvSpPr>
            <p:spPr bwMode="gray">
              <a:xfrm>
                <a:off x="694" y="1605"/>
                <a:ext cx="416" cy="414"/>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lgn="ctr">
                <a:noFill/>
                <a:round/>
                <a:headEnd/>
                <a:tailEnd/>
              </a:ln>
              <a:effectLst/>
            </p:spPr>
            <p:txBody>
              <a:bodyPr anchor="ctr">
                <a:spAutoFit/>
              </a:bodyPr>
              <a:lstStyle/>
              <a:p>
                <a:endParaRPr lang="zh-CN" altLang="en-US"/>
              </a:p>
            </p:txBody>
          </p:sp>
          <p:sp>
            <p:nvSpPr>
              <p:cNvPr id="72807" name="Oval 103"/>
              <p:cNvSpPr>
                <a:spLocks noChangeAspect="1" noChangeArrowheads="1"/>
              </p:cNvSpPr>
              <p:nvPr/>
            </p:nvSpPr>
            <p:spPr bwMode="gray">
              <a:xfrm>
                <a:off x="694" y="1606"/>
                <a:ext cx="416" cy="414"/>
              </a:xfrm>
              <a:prstGeom prst="ellipse">
                <a:avLst/>
              </a:prstGeom>
              <a:gradFill rotWithShape="1">
                <a:gsLst>
                  <a:gs pos="0">
                    <a:schemeClr val="hlink">
                      <a:gamma/>
                      <a:shade val="63529"/>
                      <a:invGamma/>
                    </a:schemeClr>
                  </a:gs>
                  <a:gs pos="100000">
                    <a:schemeClr val="hlink">
                      <a:alpha val="0"/>
                    </a:schemeClr>
                  </a:gs>
                </a:gsLst>
                <a:lin ang="2700000" scaled="1"/>
              </a:gradFill>
              <a:ln w="38100" algn="ctr">
                <a:noFill/>
                <a:round/>
                <a:headEnd/>
                <a:tailEnd/>
              </a:ln>
              <a:effectLst/>
            </p:spPr>
            <p:txBody>
              <a:bodyPr anchor="ctr">
                <a:spAutoFit/>
              </a:bodyPr>
              <a:lstStyle/>
              <a:p>
                <a:endParaRPr lang="zh-CN" altLang="en-US"/>
              </a:p>
            </p:txBody>
          </p:sp>
        </p:grpSp>
        <p:grpSp>
          <p:nvGrpSpPr>
            <p:cNvPr id="24" name="Group 104"/>
            <p:cNvGrpSpPr>
              <a:grpSpLocks noChangeAspect="1"/>
            </p:cNvGrpSpPr>
            <p:nvPr/>
          </p:nvGrpSpPr>
          <p:grpSpPr bwMode="auto">
            <a:xfrm>
              <a:off x="871" y="2455"/>
              <a:ext cx="376" cy="379"/>
              <a:chOff x="336" y="1049"/>
              <a:chExt cx="376" cy="379"/>
            </a:xfrm>
          </p:grpSpPr>
          <p:sp>
            <p:nvSpPr>
              <p:cNvPr id="72809" name="Oval 105"/>
              <p:cNvSpPr>
                <a:spLocks noChangeAspect="1" noChangeArrowheads="1"/>
              </p:cNvSpPr>
              <p:nvPr/>
            </p:nvSpPr>
            <p:spPr bwMode="gray">
              <a:xfrm>
                <a:off x="336" y="1056"/>
                <a:ext cx="376" cy="372"/>
              </a:xfrm>
              <a:prstGeom prst="ellipse">
                <a:avLst/>
              </a:prstGeom>
              <a:solidFill>
                <a:srgbClr val="000000"/>
              </a:solidFill>
              <a:ln w="38100" algn="ctr">
                <a:noFill/>
                <a:round/>
                <a:headEnd/>
                <a:tailEnd/>
              </a:ln>
              <a:effectLst/>
            </p:spPr>
            <p:txBody>
              <a:bodyPr anchor="ctr">
                <a:spAutoFit/>
              </a:bodyPr>
              <a:lstStyle/>
              <a:p>
                <a:endParaRPr lang="zh-CN" altLang="en-US"/>
              </a:p>
            </p:txBody>
          </p:sp>
          <p:grpSp>
            <p:nvGrpSpPr>
              <p:cNvPr id="25" name="Group 106"/>
              <p:cNvGrpSpPr>
                <a:grpSpLocks noChangeAspect="1"/>
              </p:cNvGrpSpPr>
              <p:nvPr/>
            </p:nvGrpSpPr>
            <p:grpSpPr bwMode="auto">
              <a:xfrm>
                <a:off x="336" y="1049"/>
                <a:ext cx="364" cy="361"/>
                <a:chOff x="4166" y="1706"/>
                <a:chExt cx="1252" cy="1252"/>
              </a:xfrm>
            </p:grpSpPr>
            <p:sp>
              <p:nvSpPr>
                <p:cNvPr id="72811" name="Oval 107"/>
                <p:cNvSpPr>
                  <a:spLocks noChangeAspect="1" noChangeArrowheads="1"/>
                </p:cNvSpPr>
                <p:nvPr/>
              </p:nvSpPr>
              <p:spPr bwMode="gray">
                <a:xfrm>
                  <a:off x="4166" y="1706"/>
                  <a:ext cx="1252" cy="1252"/>
                </a:xfrm>
                <a:prstGeom prst="ellipse">
                  <a:avLst/>
                </a:prstGeom>
                <a:gradFill rotWithShape="1">
                  <a:gsLst>
                    <a:gs pos="0">
                      <a:srgbClr val="D6E1E2">
                        <a:gamma/>
                        <a:shade val="46275"/>
                        <a:invGamma/>
                      </a:srgbClr>
                    </a:gs>
                    <a:gs pos="100000">
                      <a:srgbClr val="D6E1E2"/>
                    </a:gs>
                  </a:gsLst>
                  <a:lin ang="5400000" scaled="1"/>
                </a:gradFill>
                <a:ln w="9525" algn="ctr">
                  <a:noFill/>
                  <a:round/>
                  <a:headEnd/>
                  <a:tailEnd/>
                </a:ln>
                <a:effectLst/>
              </p:spPr>
              <p:txBody>
                <a:bodyPr vert="eaVert" wrap="none" anchor="ctr"/>
                <a:lstStyle/>
                <a:p>
                  <a:endParaRPr lang="zh-CN" altLang="en-US"/>
                </a:p>
              </p:txBody>
            </p:sp>
            <p:sp>
              <p:nvSpPr>
                <p:cNvPr id="72812" name="Oval 108"/>
                <p:cNvSpPr>
                  <a:spLocks noChangeAspect="1" noChangeArrowheads="1"/>
                </p:cNvSpPr>
                <p:nvPr/>
              </p:nvSpPr>
              <p:spPr bwMode="gray">
                <a:xfrm>
                  <a:off x="4182" y="1713"/>
                  <a:ext cx="1222" cy="1221"/>
                </a:xfrm>
                <a:prstGeom prst="ellipse">
                  <a:avLst/>
                </a:prstGeom>
                <a:gradFill rotWithShape="1">
                  <a:gsLst>
                    <a:gs pos="0">
                      <a:srgbClr val="D6E1E2">
                        <a:alpha val="0"/>
                      </a:srgbClr>
                    </a:gs>
                    <a:gs pos="100000">
                      <a:srgbClr val="D6E1E2">
                        <a:gamma/>
                        <a:tint val="34902"/>
                        <a:invGamma/>
                      </a:srgbClr>
                    </a:gs>
                  </a:gsLst>
                  <a:lin ang="5400000" scaled="1"/>
                </a:gradFill>
                <a:ln w="9525" algn="ctr">
                  <a:noFill/>
                  <a:round/>
                  <a:headEnd/>
                  <a:tailEnd/>
                </a:ln>
                <a:effectLst/>
              </p:spPr>
              <p:txBody>
                <a:bodyPr vert="eaVert" wrap="none" anchor="ctr"/>
                <a:lstStyle/>
                <a:p>
                  <a:endParaRPr lang="zh-CN" altLang="en-US"/>
                </a:p>
              </p:txBody>
            </p:sp>
            <p:sp>
              <p:nvSpPr>
                <p:cNvPr id="72813" name="Oval 109"/>
                <p:cNvSpPr>
                  <a:spLocks noChangeAspect="1" noChangeArrowheads="1"/>
                </p:cNvSpPr>
                <p:nvPr/>
              </p:nvSpPr>
              <p:spPr bwMode="gray">
                <a:xfrm>
                  <a:off x="4195" y="1725"/>
                  <a:ext cx="1162" cy="1141"/>
                </a:xfrm>
                <a:prstGeom prst="ellipse">
                  <a:avLst/>
                </a:prstGeom>
                <a:gradFill rotWithShape="1">
                  <a:gsLst>
                    <a:gs pos="0">
                      <a:srgbClr val="D6E1E2">
                        <a:gamma/>
                        <a:shade val="79216"/>
                        <a:invGamma/>
                      </a:srgbClr>
                    </a:gs>
                    <a:gs pos="100000">
                      <a:srgbClr val="D6E1E2">
                        <a:alpha val="48000"/>
                      </a:srgbClr>
                    </a:gs>
                  </a:gsLst>
                  <a:lin ang="5400000" scaled="1"/>
                </a:gradFill>
                <a:ln w="9525" algn="ctr">
                  <a:noFill/>
                  <a:round/>
                  <a:headEnd/>
                  <a:tailEnd/>
                </a:ln>
                <a:effectLst/>
              </p:spPr>
              <p:txBody>
                <a:bodyPr vert="eaVert" wrap="none" anchor="ctr"/>
                <a:lstStyle/>
                <a:p>
                  <a:endParaRPr lang="zh-CN" altLang="en-US"/>
                </a:p>
              </p:txBody>
            </p:sp>
            <p:sp>
              <p:nvSpPr>
                <p:cNvPr id="72814" name="Oval 110"/>
                <p:cNvSpPr>
                  <a:spLocks noChangeAspect="1" noChangeArrowheads="1"/>
                </p:cNvSpPr>
                <p:nvPr/>
              </p:nvSpPr>
              <p:spPr bwMode="gray">
                <a:xfrm>
                  <a:off x="4263" y="1757"/>
                  <a:ext cx="1033" cy="926"/>
                </a:xfrm>
                <a:prstGeom prst="ellipse">
                  <a:avLst/>
                </a:prstGeom>
                <a:gradFill rotWithShape="1">
                  <a:gsLst>
                    <a:gs pos="0">
                      <a:srgbClr val="D6E1E2">
                        <a:gamma/>
                        <a:tint val="0"/>
                        <a:invGamma/>
                      </a:srgbClr>
                    </a:gs>
                    <a:gs pos="100000">
                      <a:srgbClr val="D6E1E2">
                        <a:alpha val="38000"/>
                      </a:srgbClr>
                    </a:gs>
                  </a:gsLst>
                  <a:lin ang="5400000" scaled="1"/>
                </a:gradFill>
                <a:ln w="9525" algn="ctr">
                  <a:noFill/>
                  <a:round/>
                  <a:headEnd/>
                  <a:tailEnd/>
                </a:ln>
                <a:effectLst/>
              </p:spPr>
              <p:txBody>
                <a:bodyPr vert="eaVert" wrap="none" anchor="ctr"/>
                <a:lstStyle/>
                <a:p>
                  <a:endParaRPr lang="zh-CN" altLang="en-US"/>
                </a:p>
              </p:txBody>
            </p:sp>
          </p:grpSp>
        </p:grpSp>
      </p:grpSp>
      <p:sp>
        <p:nvSpPr>
          <p:cNvPr id="72815" name="Text Box 111"/>
          <p:cNvSpPr txBox="1">
            <a:spLocks noChangeArrowheads="1"/>
          </p:cNvSpPr>
          <p:nvPr/>
        </p:nvSpPr>
        <p:spPr bwMode="gray">
          <a:xfrm>
            <a:off x="2057400" y="4130675"/>
            <a:ext cx="325438" cy="396875"/>
          </a:xfrm>
          <a:prstGeom prst="rect">
            <a:avLst/>
          </a:prstGeom>
          <a:noFill/>
          <a:ln w="9525" algn="ctr">
            <a:noFill/>
            <a:miter lim="800000"/>
            <a:headEnd/>
            <a:tailEnd/>
          </a:ln>
          <a:effectLst/>
        </p:spPr>
        <p:txBody>
          <a:bodyPr wrap="none">
            <a:spAutoFit/>
          </a:bodyPr>
          <a:lstStyle/>
          <a:p>
            <a:pPr algn="ctr" eaLnBrk="0" hangingPunct="0"/>
            <a:r>
              <a:rPr lang="en-US" altLang="zh-CN" sz="2000" dirty="0">
                <a:solidFill>
                  <a:schemeClr val="bg1"/>
                </a:solidFill>
                <a:ea typeface="宋体" pitchFamily="2" charset="-122"/>
              </a:rPr>
              <a:t>6</a:t>
            </a:r>
          </a:p>
        </p:txBody>
      </p:sp>
      <p:sp>
        <p:nvSpPr>
          <p:cNvPr id="101" name="Line 96"/>
          <p:cNvSpPr>
            <a:spLocks noChangeShapeType="1"/>
          </p:cNvSpPr>
          <p:nvPr/>
        </p:nvSpPr>
        <p:spPr bwMode="auto">
          <a:xfrm>
            <a:off x="2274887" y="5029200"/>
            <a:ext cx="4678363" cy="0"/>
          </a:xfrm>
          <a:prstGeom prst="line">
            <a:avLst/>
          </a:prstGeom>
          <a:noFill/>
          <a:ln w="25400">
            <a:solidFill>
              <a:schemeClr val="bg2"/>
            </a:solidFill>
            <a:prstDash val="sysDot"/>
            <a:round/>
            <a:headEnd/>
            <a:tailEnd type="oval" w="med" len="med"/>
          </a:ln>
          <a:effectLst/>
        </p:spPr>
        <p:txBody>
          <a:bodyPr wrap="none" anchor="ctr"/>
          <a:lstStyle/>
          <a:p>
            <a:endParaRPr lang="zh-CN" altLang="en-US"/>
          </a:p>
        </p:txBody>
      </p:sp>
      <p:sp>
        <p:nvSpPr>
          <p:cNvPr id="102" name="Text Box 97"/>
          <p:cNvSpPr txBox="1">
            <a:spLocks noChangeArrowheads="1"/>
          </p:cNvSpPr>
          <p:nvPr/>
        </p:nvSpPr>
        <p:spPr bwMode="auto">
          <a:xfrm>
            <a:off x="2514600" y="4643735"/>
            <a:ext cx="2362200" cy="461665"/>
          </a:xfrm>
          <a:prstGeom prst="rect">
            <a:avLst/>
          </a:prstGeom>
          <a:noFill/>
          <a:ln w="9525" algn="ctr">
            <a:noFill/>
            <a:miter lim="800000"/>
            <a:headEnd/>
            <a:tailEnd/>
          </a:ln>
          <a:effectLst/>
        </p:spPr>
        <p:txBody>
          <a:bodyPr>
            <a:spAutoFit/>
          </a:bodyPr>
          <a:lstStyle/>
          <a:p>
            <a:pPr eaLnBrk="0" hangingPunct="0"/>
            <a:r>
              <a:rPr lang="en-US" altLang="zh-CN" sz="2400" dirty="0" smtClean="0">
                <a:ea typeface="宋体" pitchFamily="2" charset="-122"/>
              </a:rPr>
              <a:t>Raster</a:t>
            </a:r>
            <a:r>
              <a:rPr lang="zh-CN" altLang="en-US" sz="2400" dirty="0" smtClean="0">
                <a:ea typeface="宋体" pitchFamily="2" charset="-122"/>
              </a:rPr>
              <a:t>数据介绍</a:t>
            </a:r>
            <a:endParaRPr lang="zh-CN" altLang="en-US" sz="2400" dirty="0">
              <a:ea typeface="宋体" pitchFamily="2" charset="-122"/>
            </a:endParaRPr>
          </a:p>
        </p:txBody>
      </p:sp>
      <p:grpSp>
        <p:nvGrpSpPr>
          <p:cNvPr id="103" name="Group 98"/>
          <p:cNvGrpSpPr>
            <a:grpSpLocks noChangeAspect="1"/>
          </p:cNvGrpSpPr>
          <p:nvPr/>
        </p:nvGrpSpPr>
        <p:grpSpPr bwMode="auto">
          <a:xfrm>
            <a:off x="1981200" y="4560888"/>
            <a:ext cx="468312" cy="468312"/>
            <a:chOff x="816" y="2400"/>
            <a:chExt cx="480" cy="476"/>
          </a:xfrm>
        </p:grpSpPr>
        <p:grpSp>
          <p:nvGrpSpPr>
            <p:cNvPr id="104" name="Group 99"/>
            <p:cNvGrpSpPr>
              <a:grpSpLocks noChangeAspect="1"/>
            </p:cNvGrpSpPr>
            <p:nvPr/>
          </p:nvGrpSpPr>
          <p:grpSpPr bwMode="auto">
            <a:xfrm>
              <a:off x="816" y="2400"/>
              <a:ext cx="480" cy="476"/>
              <a:chOff x="662" y="1574"/>
              <a:chExt cx="480" cy="476"/>
            </a:xfrm>
          </p:grpSpPr>
          <p:sp>
            <p:nvSpPr>
              <p:cNvPr id="112" name="Oval 100"/>
              <p:cNvSpPr>
                <a:spLocks noChangeAspect="1" noChangeArrowheads="1"/>
              </p:cNvSpPr>
              <p:nvPr/>
            </p:nvSpPr>
            <p:spPr bwMode="gray">
              <a:xfrm>
                <a:off x="662" y="1574"/>
                <a:ext cx="480" cy="476"/>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lgn="ctr">
                <a:noFill/>
                <a:round/>
                <a:headEnd/>
                <a:tailEnd/>
              </a:ln>
              <a:effectLst/>
            </p:spPr>
            <p:txBody>
              <a:bodyPr wrap="none" anchor="ctr">
                <a:spAutoFit/>
              </a:bodyPr>
              <a:lstStyle/>
              <a:p>
                <a:endParaRPr lang="zh-CN" altLang="en-US"/>
              </a:p>
            </p:txBody>
          </p:sp>
          <p:sp>
            <p:nvSpPr>
              <p:cNvPr id="113" name="Oval 101"/>
              <p:cNvSpPr>
                <a:spLocks noChangeAspect="1" noChangeArrowheads="1"/>
              </p:cNvSpPr>
              <p:nvPr/>
            </p:nvSpPr>
            <p:spPr bwMode="gray">
              <a:xfrm>
                <a:off x="662" y="1574"/>
                <a:ext cx="480" cy="476"/>
              </a:xfrm>
              <a:prstGeom prst="ellipse">
                <a:avLst/>
              </a:prstGeom>
              <a:gradFill rotWithShape="1">
                <a:gsLst>
                  <a:gs pos="0">
                    <a:schemeClr val="hlink">
                      <a:alpha val="32001"/>
                    </a:schemeClr>
                  </a:gs>
                  <a:gs pos="100000">
                    <a:schemeClr val="hlink">
                      <a:gamma/>
                      <a:shade val="0"/>
                      <a:invGamma/>
                      <a:alpha val="89999"/>
                    </a:schemeClr>
                  </a:gs>
                </a:gsLst>
                <a:lin ang="2700000" scaled="1"/>
              </a:gradFill>
              <a:ln w="38100" algn="ctr">
                <a:noFill/>
                <a:round/>
                <a:headEnd/>
                <a:tailEnd/>
              </a:ln>
              <a:effectLst/>
            </p:spPr>
            <p:txBody>
              <a:bodyPr wrap="none" anchor="ctr">
                <a:spAutoFit/>
              </a:bodyPr>
              <a:lstStyle/>
              <a:p>
                <a:endParaRPr lang="zh-CN" altLang="en-US"/>
              </a:p>
            </p:txBody>
          </p:sp>
          <p:sp>
            <p:nvSpPr>
              <p:cNvPr id="114" name="Oval 102"/>
              <p:cNvSpPr>
                <a:spLocks noChangeAspect="1" noChangeArrowheads="1"/>
              </p:cNvSpPr>
              <p:nvPr/>
            </p:nvSpPr>
            <p:spPr bwMode="gray">
              <a:xfrm>
                <a:off x="694" y="1605"/>
                <a:ext cx="416" cy="414"/>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lgn="ctr">
                <a:noFill/>
                <a:round/>
                <a:headEnd/>
                <a:tailEnd/>
              </a:ln>
              <a:effectLst/>
            </p:spPr>
            <p:txBody>
              <a:bodyPr anchor="ctr">
                <a:spAutoFit/>
              </a:bodyPr>
              <a:lstStyle/>
              <a:p>
                <a:endParaRPr lang="zh-CN" altLang="en-US"/>
              </a:p>
            </p:txBody>
          </p:sp>
          <p:sp>
            <p:nvSpPr>
              <p:cNvPr id="115" name="Oval 103"/>
              <p:cNvSpPr>
                <a:spLocks noChangeAspect="1" noChangeArrowheads="1"/>
              </p:cNvSpPr>
              <p:nvPr/>
            </p:nvSpPr>
            <p:spPr bwMode="gray">
              <a:xfrm>
                <a:off x="694" y="1606"/>
                <a:ext cx="416" cy="414"/>
              </a:xfrm>
              <a:prstGeom prst="ellipse">
                <a:avLst/>
              </a:prstGeom>
              <a:gradFill rotWithShape="1">
                <a:gsLst>
                  <a:gs pos="0">
                    <a:schemeClr val="hlink">
                      <a:gamma/>
                      <a:shade val="63529"/>
                      <a:invGamma/>
                    </a:schemeClr>
                  </a:gs>
                  <a:gs pos="100000">
                    <a:schemeClr val="hlink">
                      <a:alpha val="0"/>
                    </a:schemeClr>
                  </a:gs>
                </a:gsLst>
                <a:lin ang="2700000" scaled="1"/>
              </a:gradFill>
              <a:ln w="38100" algn="ctr">
                <a:noFill/>
                <a:round/>
                <a:headEnd/>
                <a:tailEnd/>
              </a:ln>
              <a:effectLst/>
            </p:spPr>
            <p:txBody>
              <a:bodyPr anchor="ctr">
                <a:spAutoFit/>
              </a:bodyPr>
              <a:lstStyle/>
              <a:p>
                <a:endParaRPr lang="zh-CN" altLang="en-US"/>
              </a:p>
            </p:txBody>
          </p:sp>
        </p:grpSp>
        <p:grpSp>
          <p:nvGrpSpPr>
            <p:cNvPr id="105" name="Group 104"/>
            <p:cNvGrpSpPr>
              <a:grpSpLocks noChangeAspect="1"/>
            </p:cNvGrpSpPr>
            <p:nvPr/>
          </p:nvGrpSpPr>
          <p:grpSpPr bwMode="auto">
            <a:xfrm>
              <a:off x="871" y="2455"/>
              <a:ext cx="376" cy="379"/>
              <a:chOff x="336" y="1049"/>
              <a:chExt cx="376" cy="379"/>
            </a:xfrm>
          </p:grpSpPr>
          <p:sp>
            <p:nvSpPr>
              <p:cNvPr id="106" name="Oval 105"/>
              <p:cNvSpPr>
                <a:spLocks noChangeAspect="1" noChangeArrowheads="1"/>
              </p:cNvSpPr>
              <p:nvPr/>
            </p:nvSpPr>
            <p:spPr bwMode="gray">
              <a:xfrm>
                <a:off x="336" y="1056"/>
                <a:ext cx="376" cy="372"/>
              </a:xfrm>
              <a:prstGeom prst="ellipse">
                <a:avLst/>
              </a:prstGeom>
              <a:solidFill>
                <a:srgbClr val="000000"/>
              </a:solidFill>
              <a:ln w="38100" algn="ctr">
                <a:noFill/>
                <a:round/>
                <a:headEnd/>
                <a:tailEnd/>
              </a:ln>
              <a:effectLst/>
            </p:spPr>
            <p:txBody>
              <a:bodyPr anchor="ctr">
                <a:spAutoFit/>
              </a:bodyPr>
              <a:lstStyle/>
              <a:p>
                <a:endParaRPr lang="zh-CN" altLang="en-US"/>
              </a:p>
            </p:txBody>
          </p:sp>
          <p:grpSp>
            <p:nvGrpSpPr>
              <p:cNvPr id="107" name="Group 106"/>
              <p:cNvGrpSpPr>
                <a:grpSpLocks noChangeAspect="1"/>
              </p:cNvGrpSpPr>
              <p:nvPr/>
            </p:nvGrpSpPr>
            <p:grpSpPr bwMode="auto">
              <a:xfrm>
                <a:off x="336" y="1049"/>
                <a:ext cx="364" cy="361"/>
                <a:chOff x="4166" y="1706"/>
                <a:chExt cx="1252" cy="1252"/>
              </a:xfrm>
            </p:grpSpPr>
            <p:sp>
              <p:nvSpPr>
                <p:cNvPr id="108" name="Oval 107"/>
                <p:cNvSpPr>
                  <a:spLocks noChangeAspect="1" noChangeArrowheads="1"/>
                </p:cNvSpPr>
                <p:nvPr/>
              </p:nvSpPr>
              <p:spPr bwMode="gray">
                <a:xfrm>
                  <a:off x="4166" y="1706"/>
                  <a:ext cx="1252" cy="1252"/>
                </a:xfrm>
                <a:prstGeom prst="ellipse">
                  <a:avLst/>
                </a:prstGeom>
                <a:gradFill rotWithShape="1">
                  <a:gsLst>
                    <a:gs pos="0">
                      <a:srgbClr val="D6E1E2">
                        <a:gamma/>
                        <a:shade val="46275"/>
                        <a:invGamma/>
                      </a:srgbClr>
                    </a:gs>
                    <a:gs pos="100000">
                      <a:srgbClr val="D6E1E2"/>
                    </a:gs>
                  </a:gsLst>
                  <a:lin ang="5400000" scaled="1"/>
                </a:gradFill>
                <a:ln w="9525" algn="ctr">
                  <a:noFill/>
                  <a:round/>
                  <a:headEnd/>
                  <a:tailEnd/>
                </a:ln>
                <a:effectLst/>
              </p:spPr>
              <p:txBody>
                <a:bodyPr vert="eaVert" wrap="none" anchor="ctr"/>
                <a:lstStyle/>
                <a:p>
                  <a:endParaRPr lang="zh-CN" altLang="en-US"/>
                </a:p>
              </p:txBody>
            </p:sp>
            <p:sp>
              <p:nvSpPr>
                <p:cNvPr id="109" name="Oval 108"/>
                <p:cNvSpPr>
                  <a:spLocks noChangeAspect="1" noChangeArrowheads="1"/>
                </p:cNvSpPr>
                <p:nvPr/>
              </p:nvSpPr>
              <p:spPr bwMode="gray">
                <a:xfrm>
                  <a:off x="4182" y="1713"/>
                  <a:ext cx="1222" cy="1221"/>
                </a:xfrm>
                <a:prstGeom prst="ellipse">
                  <a:avLst/>
                </a:prstGeom>
                <a:gradFill rotWithShape="1">
                  <a:gsLst>
                    <a:gs pos="0">
                      <a:srgbClr val="D6E1E2">
                        <a:alpha val="0"/>
                      </a:srgbClr>
                    </a:gs>
                    <a:gs pos="100000">
                      <a:srgbClr val="D6E1E2">
                        <a:gamma/>
                        <a:tint val="34902"/>
                        <a:invGamma/>
                      </a:srgbClr>
                    </a:gs>
                  </a:gsLst>
                  <a:lin ang="5400000" scaled="1"/>
                </a:gradFill>
                <a:ln w="9525" algn="ctr">
                  <a:noFill/>
                  <a:round/>
                  <a:headEnd/>
                  <a:tailEnd/>
                </a:ln>
                <a:effectLst/>
              </p:spPr>
              <p:txBody>
                <a:bodyPr vert="eaVert" wrap="none" anchor="ctr"/>
                <a:lstStyle/>
                <a:p>
                  <a:endParaRPr lang="zh-CN" altLang="en-US"/>
                </a:p>
              </p:txBody>
            </p:sp>
            <p:sp>
              <p:nvSpPr>
                <p:cNvPr id="110" name="Oval 109"/>
                <p:cNvSpPr>
                  <a:spLocks noChangeAspect="1" noChangeArrowheads="1"/>
                </p:cNvSpPr>
                <p:nvPr/>
              </p:nvSpPr>
              <p:spPr bwMode="gray">
                <a:xfrm>
                  <a:off x="4195" y="1725"/>
                  <a:ext cx="1162" cy="1141"/>
                </a:xfrm>
                <a:prstGeom prst="ellipse">
                  <a:avLst/>
                </a:prstGeom>
                <a:gradFill rotWithShape="1">
                  <a:gsLst>
                    <a:gs pos="0">
                      <a:srgbClr val="D6E1E2">
                        <a:gamma/>
                        <a:shade val="79216"/>
                        <a:invGamma/>
                      </a:srgbClr>
                    </a:gs>
                    <a:gs pos="100000">
                      <a:srgbClr val="D6E1E2">
                        <a:alpha val="48000"/>
                      </a:srgbClr>
                    </a:gs>
                  </a:gsLst>
                  <a:lin ang="5400000" scaled="1"/>
                </a:gradFill>
                <a:ln w="9525" algn="ctr">
                  <a:noFill/>
                  <a:round/>
                  <a:headEnd/>
                  <a:tailEnd/>
                </a:ln>
                <a:effectLst/>
              </p:spPr>
              <p:txBody>
                <a:bodyPr vert="eaVert" wrap="none" anchor="ctr"/>
                <a:lstStyle/>
                <a:p>
                  <a:endParaRPr lang="zh-CN" altLang="en-US"/>
                </a:p>
              </p:txBody>
            </p:sp>
            <p:sp>
              <p:nvSpPr>
                <p:cNvPr id="111" name="Oval 110"/>
                <p:cNvSpPr>
                  <a:spLocks noChangeAspect="1" noChangeArrowheads="1"/>
                </p:cNvSpPr>
                <p:nvPr/>
              </p:nvSpPr>
              <p:spPr bwMode="gray">
                <a:xfrm>
                  <a:off x="4263" y="1757"/>
                  <a:ext cx="1033" cy="926"/>
                </a:xfrm>
                <a:prstGeom prst="ellipse">
                  <a:avLst/>
                </a:prstGeom>
                <a:gradFill rotWithShape="1">
                  <a:gsLst>
                    <a:gs pos="0">
                      <a:srgbClr val="D6E1E2">
                        <a:gamma/>
                        <a:tint val="0"/>
                        <a:invGamma/>
                      </a:srgbClr>
                    </a:gs>
                    <a:gs pos="100000">
                      <a:srgbClr val="D6E1E2">
                        <a:alpha val="38000"/>
                      </a:srgbClr>
                    </a:gs>
                  </a:gsLst>
                  <a:lin ang="5400000" scaled="1"/>
                </a:gradFill>
                <a:ln w="9525" algn="ctr">
                  <a:noFill/>
                  <a:round/>
                  <a:headEnd/>
                  <a:tailEnd/>
                </a:ln>
                <a:effectLst/>
              </p:spPr>
              <p:txBody>
                <a:bodyPr vert="eaVert" wrap="none" anchor="ctr"/>
                <a:lstStyle/>
                <a:p>
                  <a:endParaRPr lang="zh-CN" altLang="en-US"/>
                </a:p>
              </p:txBody>
            </p:sp>
          </p:grpSp>
        </p:grpSp>
      </p:grpSp>
      <p:sp>
        <p:nvSpPr>
          <p:cNvPr id="116" name="Text Box 111"/>
          <p:cNvSpPr txBox="1">
            <a:spLocks noChangeArrowheads="1"/>
          </p:cNvSpPr>
          <p:nvPr/>
        </p:nvSpPr>
        <p:spPr bwMode="gray">
          <a:xfrm>
            <a:off x="2046287" y="4610100"/>
            <a:ext cx="327334" cy="400110"/>
          </a:xfrm>
          <a:prstGeom prst="rect">
            <a:avLst/>
          </a:prstGeom>
          <a:noFill/>
          <a:ln w="9525" algn="ctr">
            <a:noFill/>
            <a:miter lim="800000"/>
            <a:headEnd/>
            <a:tailEnd/>
          </a:ln>
          <a:effectLst/>
        </p:spPr>
        <p:txBody>
          <a:bodyPr wrap="none">
            <a:spAutoFit/>
          </a:bodyPr>
          <a:lstStyle/>
          <a:p>
            <a:pPr algn="ctr" eaLnBrk="0" hangingPunct="0"/>
            <a:r>
              <a:rPr lang="en-US" altLang="zh-CN" sz="2000" dirty="0" smtClean="0">
                <a:solidFill>
                  <a:schemeClr val="bg1"/>
                </a:solidFill>
                <a:ea typeface="宋体" pitchFamily="2" charset="-122"/>
              </a:rPr>
              <a:t>7</a:t>
            </a:r>
            <a:endParaRPr lang="en-US" altLang="zh-CN" sz="2000" dirty="0">
              <a:solidFill>
                <a:schemeClr val="bg1"/>
              </a:solidFill>
              <a:ea typeface="宋体" pitchFamily="2" charset="-122"/>
            </a:endParaRPr>
          </a:p>
        </p:txBody>
      </p:sp>
      <p:sp>
        <p:nvSpPr>
          <p:cNvPr id="119" name="Line 96"/>
          <p:cNvSpPr>
            <a:spLocks noChangeShapeType="1"/>
          </p:cNvSpPr>
          <p:nvPr/>
        </p:nvSpPr>
        <p:spPr bwMode="auto">
          <a:xfrm>
            <a:off x="2274887" y="5497512"/>
            <a:ext cx="4678363" cy="0"/>
          </a:xfrm>
          <a:prstGeom prst="line">
            <a:avLst/>
          </a:prstGeom>
          <a:noFill/>
          <a:ln w="25400">
            <a:solidFill>
              <a:schemeClr val="bg2"/>
            </a:solidFill>
            <a:prstDash val="sysDot"/>
            <a:round/>
            <a:headEnd/>
            <a:tailEnd type="oval" w="med" len="med"/>
          </a:ln>
          <a:effectLst/>
        </p:spPr>
        <p:txBody>
          <a:bodyPr wrap="none" anchor="ctr"/>
          <a:lstStyle/>
          <a:p>
            <a:endParaRPr lang="zh-CN" altLang="en-US"/>
          </a:p>
        </p:txBody>
      </p:sp>
      <p:sp>
        <p:nvSpPr>
          <p:cNvPr id="120" name="Text Box 97"/>
          <p:cNvSpPr txBox="1">
            <a:spLocks noChangeArrowheads="1"/>
          </p:cNvSpPr>
          <p:nvPr/>
        </p:nvSpPr>
        <p:spPr bwMode="auto">
          <a:xfrm>
            <a:off x="2514600" y="5112047"/>
            <a:ext cx="2362200" cy="461665"/>
          </a:xfrm>
          <a:prstGeom prst="rect">
            <a:avLst/>
          </a:prstGeom>
          <a:noFill/>
          <a:ln w="9525" algn="ctr">
            <a:noFill/>
            <a:miter lim="800000"/>
            <a:headEnd/>
            <a:tailEnd/>
          </a:ln>
          <a:effectLst/>
        </p:spPr>
        <p:txBody>
          <a:bodyPr>
            <a:spAutoFit/>
          </a:bodyPr>
          <a:lstStyle/>
          <a:p>
            <a:pPr eaLnBrk="0" hangingPunct="0"/>
            <a:r>
              <a:rPr lang="zh-CN" altLang="en-US" sz="2400" dirty="0" smtClean="0">
                <a:ea typeface="宋体" pitchFamily="2" charset="-122"/>
              </a:rPr>
              <a:t>实例</a:t>
            </a:r>
            <a:endParaRPr lang="zh-CN" altLang="en-US" sz="2400" dirty="0">
              <a:ea typeface="宋体" pitchFamily="2" charset="-122"/>
            </a:endParaRPr>
          </a:p>
        </p:txBody>
      </p:sp>
      <p:grpSp>
        <p:nvGrpSpPr>
          <p:cNvPr id="121" name="Group 98"/>
          <p:cNvGrpSpPr>
            <a:grpSpLocks noChangeAspect="1"/>
          </p:cNvGrpSpPr>
          <p:nvPr/>
        </p:nvGrpSpPr>
        <p:grpSpPr bwMode="auto">
          <a:xfrm>
            <a:off x="1981200" y="5029200"/>
            <a:ext cx="468312" cy="468312"/>
            <a:chOff x="816" y="2400"/>
            <a:chExt cx="480" cy="476"/>
          </a:xfrm>
        </p:grpSpPr>
        <p:grpSp>
          <p:nvGrpSpPr>
            <p:cNvPr id="122" name="Group 99"/>
            <p:cNvGrpSpPr>
              <a:grpSpLocks noChangeAspect="1"/>
            </p:cNvGrpSpPr>
            <p:nvPr/>
          </p:nvGrpSpPr>
          <p:grpSpPr bwMode="auto">
            <a:xfrm>
              <a:off x="816" y="2400"/>
              <a:ext cx="480" cy="476"/>
              <a:chOff x="662" y="1574"/>
              <a:chExt cx="480" cy="476"/>
            </a:xfrm>
          </p:grpSpPr>
          <p:sp>
            <p:nvSpPr>
              <p:cNvPr id="130" name="Oval 100"/>
              <p:cNvSpPr>
                <a:spLocks noChangeAspect="1" noChangeArrowheads="1"/>
              </p:cNvSpPr>
              <p:nvPr/>
            </p:nvSpPr>
            <p:spPr bwMode="gray">
              <a:xfrm>
                <a:off x="662" y="1574"/>
                <a:ext cx="480" cy="476"/>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lgn="ctr">
                <a:noFill/>
                <a:round/>
                <a:headEnd/>
                <a:tailEnd/>
              </a:ln>
              <a:effectLst/>
            </p:spPr>
            <p:txBody>
              <a:bodyPr wrap="none" anchor="ctr">
                <a:spAutoFit/>
              </a:bodyPr>
              <a:lstStyle/>
              <a:p>
                <a:endParaRPr lang="zh-CN" altLang="en-US"/>
              </a:p>
            </p:txBody>
          </p:sp>
          <p:sp>
            <p:nvSpPr>
              <p:cNvPr id="131" name="Oval 101"/>
              <p:cNvSpPr>
                <a:spLocks noChangeAspect="1" noChangeArrowheads="1"/>
              </p:cNvSpPr>
              <p:nvPr/>
            </p:nvSpPr>
            <p:spPr bwMode="gray">
              <a:xfrm>
                <a:off x="662" y="1574"/>
                <a:ext cx="480" cy="476"/>
              </a:xfrm>
              <a:prstGeom prst="ellipse">
                <a:avLst/>
              </a:prstGeom>
              <a:gradFill rotWithShape="1">
                <a:gsLst>
                  <a:gs pos="0">
                    <a:schemeClr val="hlink">
                      <a:alpha val="32001"/>
                    </a:schemeClr>
                  </a:gs>
                  <a:gs pos="100000">
                    <a:schemeClr val="hlink">
                      <a:gamma/>
                      <a:shade val="0"/>
                      <a:invGamma/>
                      <a:alpha val="89999"/>
                    </a:schemeClr>
                  </a:gs>
                </a:gsLst>
                <a:lin ang="2700000" scaled="1"/>
              </a:gradFill>
              <a:ln w="38100" algn="ctr">
                <a:noFill/>
                <a:round/>
                <a:headEnd/>
                <a:tailEnd/>
              </a:ln>
              <a:effectLst/>
            </p:spPr>
            <p:txBody>
              <a:bodyPr wrap="none" anchor="ctr">
                <a:spAutoFit/>
              </a:bodyPr>
              <a:lstStyle/>
              <a:p>
                <a:endParaRPr lang="zh-CN" altLang="en-US"/>
              </a:p>
            </p:txBody>
          </p:sp>
          <p:sp>
            <p:nvSpPr>
              <p:cNvPr id="132" name="Oval 102"/>
              <p:cNvSpPr>
                <a:spLocks noChangeAspect="1" noChangeArrowheads="1"/>
              </p:cNvSpPr>
              <p:nvPr/>
            </p:nvSpPr>
            <p:spPr bwMode="gray">
              <a:xfrm>
                <a:off x="694" y="1605"/>
                <a:ext cx="416" cy="414"/>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lgn="ctr">
                <a:noFill/>
                <a:round/>
                <a:headEnd/>
                <a:tailEnd/>
              </a:ln>
              <a:effectLst/>
            </p:spPr>
            <p:txBody>
              <a:bodyPr anchor="ctr">
                <a:spAutoFit/>
              </a:bodyPr>
              <a:lstStyle/>
              <a:p>
                <a:endParaRPr lang="zh-CN" altLang="en-US"/>
              </a:p>
            </p:txBody>
          </p:sp>
          <p:sp>
            <p:nvSpPr>
              <p:cNvPr id="133" name="Oval 103"/>
              <p:cNvSpPr>
                <a:spLocks noChangeAspect="1" noChangeArrowheads="1"/>
              </p:cNvSpPr>
              <p:nvPr/>
            </p:nvSpPr>
            <p:spPr bwMode="gray">
              <a:xfrm>
                <a:off x="694" y="1606"/>
                <a:ext cx="416" cy="414"/>
              </a:xfrm>
              <a:prstGeom prst="ellipse">
                <a:avLst/>
              </a:prstGeom>
              <a:gradFill rotWithShape="1">
                <a:gsLst>
                  <a:gs pos="0">
                    <a:schemeClr val="hlink">
                      <a:gamma/>
                      <a:shade val="63529"/>
                      <a:invGamma/>
                    </a:schemeClr>
                  </a:gs>
                  <a:gs pos="100000">
                    <a:schemeClr val="hlink">
                      <a:alpha val="0"/>
                    </a:schemeClr>
                  </a:gs>
                </a:gsLst>
                <a:lin ang="2700000" scaled="1"/>
              </a:gradFill>
              <a:ln w="38100" algn="ctr">
                <a:noFill/>
                <a:round/>
                <a:headEnd/>
                <a:tailEnd/>
              </a:ln>
              <a:effectLst/>
            </p:spPr>
            <p:txBody>
              <a:bodyPr anchor="ctr">
                <a:spAutoFit/>
              </a:bodyPr>
              <a:lstStyle/>
              <a:p>
                <a:endParaRPr lang="zh-CN" altLang="en-US"/>
              </a:p>
            </p:txBody>
          </p:sp>
        </p:grpSp>
        <p:grpSp>
          <p:nvGrpSpPr>
            <p:cNvPr id="123" name="Group 104"/>
            <p:cNvGrpSpPr>
              <a:grpSpLocks noChangeAspect="1"/>
            </p:cNvGrpSpPr>
            <p:nvPr/>
          </p:nvGrpSpPr>
          <p:grpSpPr bwMode="auto">
            <a:xfrm>
              <a:off x="871" y="2455"/>
              <a:ext cx="376" cy="379"/>
              <a:chOff x="336" y="1049"/>
              <a:chExt cx="376" cy="379"/>
            </a:xfrm>
          </p:grpSpPr>
          <p:sp>
            <p:nvSpPr>
              <p:cNvPr id="124" name="Oval 105"/>
              <p:cNvSpPr>
                <a:spLocks noChangeAspect="1" noChangeArrowheads="1"/>
              </p:cNvSpPr>
              <p:nvPr/>
            </p:nvSpPr>
            <p:spPr bwMode="gray">
              <a:xfrm>
                <a:off x="336" y="1056"/>
                <a:ext cx="376" cy="372"/>
              </a:xfrm>
              <a:prstGeom prst="ellipse">
                <a:avLst/>
              </a:prstGeom>
              <a:solidFill>
                <a:srgbClr val="000000"/>
              </a:solidFill>
              <a:ln w="38100" algn="ctr">
                <a:noFill/>
                <a:round/>
                <a:headEnd/>
                <a:tailEnd/>
              </a:ln>
              <a:effectLst/>
            </p:spPr>
            <p:txBody>
              <a:bodyPr anchor="ctr">
                <a:spAutoFit/>
              </a:bodyPr>
              <a:lstStyle/>
              <a:p>
                <a:endParaRPr lang="zh-CN" altLang="en-US"/>
              </a:p>
            </p:txBody>
          </p:sp>
          <p:grpSp>
            <p:nvGrpSpPr>
              <p:cNvPr id="125" name="Group 106"/>
              <p:cNvGrpSpPr>
                <a:grpSpLocks noChangeAspect="1"/>
              </p:cNvGrpSpPr>
              <p:nvPr/>
            </p:nvGrpSpPr>
            <p:grpSpPr bwMode="auto">
              <a:xfrm>
                <a:off x="336" y="1049"/>
                <a:ext cx="364" cy="361"/>
                <a:chOff x="4166" y="1706"/>
                <a:chExt cx="1252" cy="1252"/>
              </a:xfrm>
            </p:grpSpPr>
            <p:sp>
              <p:nvSpPr>
                <p:cNvPr id="126" name="Oval 107"/>
                <p:cNvSpPr>
                  <a:spLocks noChangeAspect="1" noChangeArrowheads="1"/>
                </p:cNvSpPr>
                <p:nvPr/>
              </p:nvSpPr>
              <p:spPr bwMode="gray">
                <a:xfrm>
                  <a:off x="4166" y="1706"/>
                  <a:ext cx="1252" cy="1252"/>
                </a:xfrm>
                <a:prstGeom prst="ellipse">
                  <a:avLst/>
                </a:prstGeom>
                <a:gradFill rotWithShape="1">
                  <a:gsLst>
                    <a:gs pos="0">
                      <a:srgbClr val="D6E1E2">
                        <a:gamma/>
                        <a:shade val="46275"/>
                        <a:invGamma/>
                      </a:srgbClr>
                    </a:gs>
                    <a:gs pos="100000">
                      <a:srgbClr val="D6E1E2"/>
                    </a:gs>
                  </a:gsLst>
                  <a:lin ang="5400000" scaled="1"/>
                </a:gradFill>
                <a:ln w="9525" algn="ctr">
                  <a:noFill/>
                  <a:round/>
                  <a:headEnd/>
                  <a:tailEnd/>
                </a:ln>
                <a:effectLst/>
              </p:spPr>
              <p:txBody>
                <a:bodyPr vert="eaVert" wrap="none" anchor="ctr"/>
                <a:lstStyle/>
                <a:p>
                  <a:endParaRPr lang="zh-CN" altLang="en-US"/>
                </a:p>
              </p:txBody>
            </p:sp>
            <p:sp>
              <p:nvSpPr>
                <p:cNvPr id="127" name="Oval 108"/>
                <p:cNvSpPr>
                  <a:spLocks noChangeAspect="1" noChangeArrowheads="1"/>
                </p:cNvSpPr>
                <p:nvPr/>
              </p:nvSpPr>
              <p:spPr bwMode="gray">
                <a:xfrm>
                  <a:off x="4182" y="1713"/>
                  <a:ext cx="1222" cy="1221"/>
                </a:xfrm>
                <a:prstGeom prst="ellipse">
                  <a:avLst/>
                </a:prstGeom>
                <a:gradFill rotWithShape="1">
                  <a:gsLst>
                    <a:gs pos="0">
                      <a:srgbClr val="D6E1E2">
                        <a:alpha val="0"/>
                      </a:srgbClr>
                    </a:gs>
                    <a:gs pos="100000">
                      <a:srgbClr val="D6E1E2">
                        <a:gamma/>
                        <a:tint val="34902"/>
                        <a:invGamma/>
                      </a:srgbClr>
                    </a:gs>
                  </a:gsLst>
                  <a:lin ang="5400000" scaled="1"/>
                </a:gradFill>
                <a:ln w="9525" algn="ctr">
                  <a:noFill/>
                  <a:round/>
                  <a:headEnd/>
                  <a:tailEnd/>
                </a:ln>
                <a:effectLst/>
              </p:spPr>
              <p:txBody>
                <a:bodyPr vert="eaVert" wrap="none" anchor="ctr"/>
                <a:lstStyle/>
                <a:p>
                  <a:endParaRPr lang="zh-CN" altLang="en-US"/>
                </a:p>
              </p:txBody>
            </p:sp>
            <p:sp>
              <p:nvSpPr>
                <p:cNvPr id="128" name="Oval 109"/>
                <p:cNvSpPr>
                  <a:spLocks noChangeAspect="1" noChangeArrowheads="1"/>
                </p:cNvSpPr>
                <p:nvPr/>
              </p:nvSpPr>
              <p:spPr bwMode="gray">
                <a:xfrm>
                  <a:off x="4195" y="1725"/>
                  <a:ext cx="1162" cy="1141"/>
                </a:xfrm>
                <a:prstGeom prst="ellipse">
                  <a:avLst/>
                </a:prstGeom>
                <a:gradFill rotWithShape="1">
                  <a:gsLst>
                    <a:gs pos="0">
                      <a:srgbClr val="D6E1E2">
                        <a:gamma/>
                        <a:shade val="79216"/>
                        <a:invGamma/>
                      </a:srgbClr>
                    </a:gs>
                    <a:gs pos="100000">
                      <a:srgbClr val="D6E1E2">
                        <a:alpha val="48000"/>
                      </a:srgbClr>
                    </a:gs>
                  </a:gsLst>
                  <a:lin ang="5400000" scaled="1"/>
                </a:gradFill>
                <a:ln w="9525" algn="ctr">
                  <a:noFill/>
                  <a:round/>
                  <a:headEnd/>
                  <a:tailEnd/>
                </a:ln>
                <a:effectLst/>
              </p:spPr>
              <p:txBody>
                <a:bodyPr vert="eaVert" wrap="none" anchor="ctr"/>
                <a:lstStyle/>
                <a:p>
                  <a:endParaRPr lang="zh-CN" altLang="en-US"/>
                </a:p>
              </p:txBody>
            </p:sp>
            <p:sp>
              <p:nvSpPr>
                <p:cNvPr id="129" name="Oval 110"/>
                <p:cNvSpPr>
                  <a:spLocks noChangeAspect="1" noChangeArrowheads="1"/>
                </p:cNvSpPr>
                <p:nvPr/>
              </p:nvSpPr>
              <p:spPr bwMode="gray">
                <a:xfrm>
                  <a:off x="4263" y="1757"/>
                  <a:ext cx="1033" cy="926"/>
                </a:xfrm>
                <a:prstGeom prst="ellipse">
                  <a:avLst/>
                </a:prstGeom>
                <a:gradFill rotWithShape="1">
                  <a:gsLst>
                    <a:gs pos="0">
                      <a:srgbClr val="D6E1E2">
                        <a:gamma/>
                        <a:tint val="0"/>
                        <a:invGamma/>
                      </a:srgbClr>
                    </a:gs>
                    <a:gs pos="100000">
                      <a:srgbClr val="D6E1E2">
                        <a:alpha val="38000"/>
                      </a:srgbClr>
                    </a:gs>
                  </a:gsLst>
                  <a:lin ang="5400000" scaled="1"/>
                </a:gradFill>
                <a:ln w="9525" algn="ctr">
                  <a:noFill/>
                  <a:round/>
                  <a:headEnd/>
                  <a:tailEnd/>
                </a:ln>
                <a:effectLst/>
              </p:spPr>
              <p:txBody>
                <a:bodyPr vert="eaVert" wrap="none" anchor="ctr"/>
                <a:lstStyle/>
                <a:p>
                  <a:endParaRPr lang="zh-CN" altLang="en-US"/>
                </a:p>
              </p:txBody>
            </p:sp>
          </p:grpSp>
        </p:grpSp>
      </p:grpSp>
      <p:sp>
        <p:nvSpPr>
          <p:cNvPr id="134" name="Text Box 111"/>
          <p:cNvSpPr txBox="1">
            <a:spLocks noChangeArrowheads="1"/>
          </p:cNvSpPr>
          <p:nvPr/>
        </p:nvSpPr>
        <p:spPr bwMode="gray">
          <a:xfrm>
            <a:off x="2046287" y="5078412"/>
            <a:ext cx="327334" cy="400110"/>
          </a:xfrm>
          <a:prstGeom prst="rect">
            <a:avLst/>
          </a:prstGeom>
          <a:noFill/>
          <a:ln w="9525" algn="ctr">
            <a:noFill/>
            <a:miter lim="800000"/>
            <a:headEnd/>
            <a:tailEnd/>
          </a:ln>
          <a:effectLst/>
        </p:spPr>
        <p:txBody>
          <a:bodyPr wrap="none">
            <a:spAutoFit/>
          </a:bodyPr>
          <a:lstStyle/>
          <a:p>
            <a:pPr algn="ctr" eaLnBrk="0" hangingPunct="0"/>
            <a:r>
              <a:rPr lang="en-US" altLang="zh-CN" sz="2000" dirty="0" smtClean="0">
                <a:solidFill>
                  <a:schemeClr val="bg1"/>
                </a:solidFill>
                <a:ea typeface="宋体" pitchFamily="2" charset="-122"/>
              </a:rPr>
              <a:t>8</a:t>
            </a:r>
            <a:endParaRPr lang="en-US" altLang="zh-CN" sz="2000" dirty="0">
              <a:solidFill>
                <a:schemeClr val="bg1"/>
              </a:solidFill>
              <a:ea typeface="宋体" pitchFamily="2" charset="-122"/>
            </a:endParaRPr>
          </a:p>
        </p:txBody>
      </p:sp>
      <p:pic>
        <p:nvPicPr>
          <p:cNvPr id="135" name="内容占位符 6" descr="师大图标.png"/>
          <p:cNvPicPr>
            <a:picLocks noGrp="1" noChangeAspect="1"/>
          </p:cNvPicPr>
          <p:nvPr>
            <p:ph idx="1"/>
          </p:nvPr>
        </p:nvPicPr>
        <p:blipFill>
          <a:blip r:embed="rId2"/>
          <a:stretch>
            <a:fillRect/>
          </a:stretch>
        </p:blipFill>
        <p:spPr>
          <a:xfrm>
            <a:off x="838200" y="343000"/>
            <a:ext cx="800000" cy="800000"/>
          </a:xfrm>
        </p:spPr>
      </p:pic>
      <p:sp>
        <p:nvSpPr>
          <p:cNvPr id="136" name="圆角矩形 135"/>
          <p:cNvSpPr/>
          <p:nvPr/>
        </p:nvSpPr>
        <p:spPr bwMode="auto">
          <a:xfrm>
            <a:off x="2438400" y="3657600"/>
            <a:ext cx="3200400" cy="457200"/>
          </a:xfrm>
          <a:prstGeom prst="roundRect">
            <a:avLst/>
          </a:prstGeom>
          <a:solidFill>
            <a:schemeClr val="accent5">
              <a:lumMod val="90000"/>
              <a:alpha val="58000"/>
            </a:schemeClr>
          </a:solidFill>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smtClean="0">
              <a:ln>
                <a:noFill/>
              </a:ln>
              <a:solidFill>
                <a:schemeClr val="tx1"/>
              </a:solidFill>
              <a:effectLst/>
              <a:latin typeface="Arial" pitchFamily="34" charset="0"/>
            </a:endParaRPr>
          </a:p>
        </p:txBody>
      </p:sp>
    </p:spTree>
  </p:cSld>
  <p:clrMapOvr>
    <a:masterClrMapping/>
  </p:clrMapOvr>
  <p:transition>
    <p:split dir="in"/>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5</a:t>
            </a:r>
            <a:r>
              <a:rPr lang="zh-CN" altLang="en-US" dirty="0" smtClean="0"/>
              <a:t>、</a:t>
            </a:r>
            <a:r>
              <a:rPr lang="en-US" altLang="zh-CN" dirty="0" err="1" smtClean="0"/>
              <a:t>GeoDatabase</a:t>
            </a:r>
            <a:r>
              <a:rPr lang="zh-CN" altLang="en-US" dirty="0" smtClean="0"/>
              <a:t>模型</a:t>
            </a:r>
            <a:endParaRPr lang="zh-CN" altLang="en-US" dirty="0"/>
          </a:p>
        </p:txBody>
      </p:sp>
      <p:sp>
        <p:nvSpPr>
          <p:cNvPr id="6" name="内容占位符 5"/>
          <p:cNvSpPr>
            <a:spLocks noGrp="1"/>
          </p:cNvSpPr>
          <p:nvPr>
            <p:ph idx="1"/>
          </p:nvPr>
        </p:nvSpPr>
        <p:spPr/>
        <p:txBody>
          <a:bodyPr/>
          <a:lstStyle/>
          <a:p>
            <a:r>
              <a:rPr lang="en-US" altLang="zh-CN" dirty="0" smtClean="0">
                <a:solidFill>
                  <a:schemeClr val="tx1"/>
                </a:solidFill>
                <a:latin typeface="+mj-lt"/>
                <a:ea typeface="黑体" pitchFamily="2" charset="-122"/>
              </a:rPr>
              <a:t>GIS</a:t>
            </a:r>
            <a:r>
              <a:rPr lang="zh-CN" altLang="en-US" dirty="0" smtClean="0">
                <a:solidFill>
                  <a:schemeClr val="tx1"/>
                </a:solidFill>
                <a:latin typeface="+mj-lt"/>
                <a:ea typeface="黑体" pitchFamily="2" charset="-122"/>
              </a:rPr>
              <a:t>对象建模</a:t>
            </a:r>
            <a:endParaRPr lang="en-US" altLang="zh-CN" dirty="0" smtClean="0">
              <a:solidFill>
                <a:schemeClr val="tx1"/>
              </a:solidFill>
              <a:latin typeface="+mj-lt"/>
              <a:ea typeface="黑体" pitchFamily="2" charset="-122"/>
            </a:endParaRPr>
          </a:p>
          <a:p>
            <a:pPr lvl="1"/>
            <a:r>
              <a:rPr lang="en-US" altLang="zh-CN" dirty="0" smtClean="0">
                <a:latin typeface="+mj-lt"/>
                <a:ea typeface="黑体" pitchFamily="2" charset="-122"/>
              </a:rPr>
              <a:t>GIS</a:t>
            </a:r>
            <a:r>
              <a:rPr lang="zh-CN" altLang="en-US" dirty="0" smtClean="0">
                <a:latin typeface="+mj-lt"/>
                <a:ea typeface="黑体" pitchFamily="2" charset="-122"/>
              </a:rPr>
              <a:t>的目标是提供一个空间框架</a:t>
            </a:r>
            <a:r>
              <a:rPr lang="en-US" altLang="zh-CN" dirty="0" smtClean="0">
                <a:latin typeface="+mj-lt"/>
                <a:ea typeface="黑体" pitchFamily="2" charset="-122"/>
              </a:rPr>
              <a:t>-----</a:t>
            </a:r>
            <a:r>
              <a:rPr lang="zh-CN" altLang="en-US" dirty="0" smtClean="0">
                <a:latin typeface="+mj-lt"/>
                <a:ea typeface="黑体" pitchFamily="2" charset="-122"/>
              </a:rPr>
              <a:t>在这个体系中，可以对地球资源和合理化应用以及人类环境的可持续发展管理提供决策支持。</a:t>
            </a:r>
            <a:endParaRPr lang="en-US" altLang="zh-CN" dirty="0" smtClean="0">
              <a:latin typeface="+mj-lt"/>
              <a:ea typeface="黑体" pitchFamily="2" charset="-122"/>
            </a:endParaRPr>
          </a:p>
          <a:p>
            <a:pPr lvl="1"/>
            <a:r>
              <a:rPr lang="en-US" altLang="zh-CN" dirty="0" smtClean="0">
                <a:solidFill>
                  <a:schemeClr val="tx1"/>
                </a:solidFill>
                <a:latin typeface="+mj-lt"/>
                <a:ea typeface="黑体" pitchFamily="2" charset="-122"/>
              </a:rPr>
              <a:t>GIS—</a:t>
            </a:r>
            <a:r>
              <a:rPr lang="zh-CN" altLang="en-US" dirty="0" smtClean="0">
                <a:solidFill>
                  <a:schemeClr val="tx1"/>
                </a:solidFill>
                <a:latin typeface="+mj-lt"/>
                <a:ea typeface="黑体" pitchFamily="2" charset="-122"/>
              </a:rPr>
              <a:t>以地图及符号的形式传递信息</a:t>
            </a:r>
            <a:endParaRPr lang="en-US" altLang="zh-CN" dirty="0" smtClean="0">
              <a:solidFill>
                <a:schemeClr val="tx1"/>
              </a:solidFill>
              <a:latin typeface="+mj-lt"/>
              <a:ea typeface="黑体" pitchFamily="2" charset="-122"/>
            </a:endParaRPr>
          </a:p>
          <a:p>
            <a:pPr lvl="2"/>
            <a:r>
              <a:rPr lang="zh-CN" altLang="en-US" dirty="0" smtClean="0">
                <a:solidFill>
                  <a:schemeClr val="tx1"/>
                </a:solidFill>
                <a:latin typeface="+mj-lt"/>
                <a:ea typeface="黑体" pitchFamily="2" charset="-122"/>
              </a:rPr>
              <a:t>哪有什么东西？</a:t>
            </a:r>
            <a:r>
              <a:rPr lang="en-US" altLang="zh-CN" dirty="0" smtClean="0">
                <a:solidFill>
                  <a:schemeClr val="tx1"/>
                </a:solidFill>
                <a:latin typeface="+mj-lt"/>
                <a:ea typeface="黑体" pitchFamily="2" charset="-122"/>
              </a:rPr>
              <a:t>---Where</a:t>
            </a:r>
          </a:p>
          <a:p>
            <a:pPr lvl="2"/>
            <a:r>
              <a:rPr lang="zh-CN" altLang="en-US" dirty="0" smtClean="0">
                <a:latin typeface="+mj-lt"/>
                <a:ea typeface="黑体" pitchFamily="2" charset="-122"/>
              </a:rPr>
              <a:t>这些东西是什么？</a:t>
            </a:r>
            <a:r>
              <a:rPr lang="en-US" altLang="zh-CN" dirty="0" smtClean="0">
                <a:latin typeface="+mj-lt"/>
                <a:ea typeface="黑体" pitchFamily="2" charset="-122"/>
              </a:rPr>
              <a:t>---What</a:t>
            </a:r>
          </a:p>
          <a:p>
            <a:pPr lvl="2"/>
            <a:r>
              <a:rPr lang="zh-CN" altLang="en-US" dirty="0" smtClean="0">
                <a:solidFill>
                  <a:schemeClr val="tx1"/>
                </a:solidFill>
                <a:latin typeface="+mj-lt"/>
                <a:ea typeface="黑体" pitchFamily="2" charset="-122"/>
              </a:rPr>
              <a:t>使用什么交通工具通过什么线路到那里？</a:t>
            </a:r>
            <a:endParaRPr lang="en-US" altLang="zh-CN" dirty="0" smtClean="0">
              <a:solidFill>
                <a:schemeClr val="tx1"/>
              </a:solidFill>
              <a:latin typeface="+mj-lt"/>
              <a:ea typeface="黑体" pitchFamily="2" charset="-122"/>
            </a:endParaRPr>
          </a:p>
          <a:p>
            <a:pPr lvl="2"/>
            <a:r>
              <a:rPr lang="zh-CN" altLang="en-US" dirty="0" smtClean="0">
                <a:latin typeface="+mj-lt"/>
                <a:ea typeface="黑体" pitchFamily="2" charset="-122"/>
              </a:rPr>
              <a:t>与目的地临近地方有什么？</a:t>
            </a:r>
            <a:endParaRPr lang="en-US" altLang="zh-CN" dirty="0" smtClean="0">
              <a:solidFill>
                <a:schemeClr val="tx1"/>
              </a:solidFill>
              <a:latin typeface="+mj-lt"/>
              <a:ea typeface="黑体" pitchFamily="2" charset="-122"/>
            </a:endParaRPr>
          </a:p>
          <a:p>
            <a:endParaRPr lang="en-US" altLang="zh-CN" dirty="0" smtClean="0">
              <a:solidFill>
                <a:schemeClr val="tx1"/>
              </a:solidFill>
              <a:latin typeface="+mj-lt"/>
              <a:ea typeface="黑体" pitchFamily="2" charset="-122"/>
            </a:endParaRPr>
          </a:p>
          <a:p>
            <a:pPr lvl="1"/>
            <a:endParaRPr lang="en-US" altLang="zh-CN" dirty="0" smtClean="0">
              <a:solidFill>
                <a:schemeClr val="tx1"/>
              </a:solidFill>
              <a:ea typeface="黑体" pitchFamily="2" charset="-122"/>
            </a:endParaRPr>
          </a:p>
        </p:txBody>
      </p:sp>
      <p:sp>
        <p:nvSpPr>
          <p:cNvPr id="7" name="Line 95"/>
          <p:cNvSpPr>
            <a:spLocks noChangeShapeType="1"/>
          </p:cNvSpPr>
          <p:nvPr/>
        </p:nvSpPr>
        <p:spPr bwMode="auto">
          <a:xfrm>
            <a:off x="457200" y="1219200"/>
            <a:ext cx="7524000" cy="0"/>
          </a:xfrm>
          <a:prstGeom prst="line">
            <a:avLst/>
          </a:prstGeom>
          <a:noFill/>
          <a:ln w="88900" cmpd="thinThick">
            <a:solidFill>
              <a:srgbClr val="9294C0"/>
            </a:solidFill>
            <a:round/>
            <a:headEnd/>
            <a:tailEnd/>
          </a:ln>
          <a:effectLst/>
        </p:spPr>
        <p:txBody>
          <a:bodyPr wrap="none" anchor="ctr"/>
          <a:lstStyle/>
          <a:p>
            <a:endParaRPr lang="zh-CN" altLang="en-US"/>
          </a:p>
        </p:txBody>
      </p:sp>
      <p:sp>
        <p:nvSpPr>
          <p:cNvPr id="13" name="灯片编号占位符 12"/>
          <p:cNvSpPr>
            <a:spLocks noGrp="1"/>
          </p:cNvSpPr>
          <p:nvPr>
            <p:ph type="sldNum" sz="quarter" idx="12"/>
          </p:nvPr>
        </p:nvSpPr>
        <p:spPr/>
        <p:txBody>
          <a:bodyPr/>
          <a:lstStyle/>
          <a:p>
            <a:fld id="{AE60A1FF-8927-450B-A360-23049E3230E2}" type="slidenum">
              <a:rPr lang="zh-CN" altLang="en-US" smtClean="0"/>
              <a:pPr/>
              <a:t>3</a:t>
            </a:fld>
            <a:endParaRPr lang="en-US" altLang="zh-CN"/>
          </a:p>
        </p:txBody>
      </p:sp>
      <p:pic>
        <p:nvPicPr>
          <p:cNvPr id="10" name="内容占位符 6" descr="师大图标.png"/>
          <p:cNvPicPr>
            <a:picLocks noChangeAspect="1"/>
          </p:cNvPicPr>
          <p:nvPr/>
        </p:nvPicPr>
        <p:blipFill>
          <a:blip r:embed="rId2"/>
          <a:stretch>
            <a:fillRect/>
          </a:stretch>
        </p:blipFill>
        <p:spPr bwMode="auto">
          <a:xfrm>
            <a:off x="838200" y="343000"/>
            <a:ext cx="800000" cy="800000"/>
          </a:xfrm>
          <a:prstGeom prst="rect">
            <a:avLst/>
          </a:prstGeom>
          <a:noFill/>
          <a:ln w="9525">
            <a:noFill/>
            <a:miter lim="800000"/>
            <a:headEnd/>
            <a:tailEnd/>
          </a:ln>
          <a:effectLst/>
        </p:spPr>
      </p:pic>
    </p:spTree>
  </p:cSld>
  <p:clrMapOvr>
    <a:masterClrMapping/>
  </p:clrMapOvr>
  <p:transition>
    <p:split dir="in"/>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5</a:t>
            </a:r>
            <a:r>
              <a:rPr lang="zh-CN" altLang="en-US" dirty="0" smtClean="0"/>
              <a:t>、</a:t>
            </a:r>
            <a:r>
              <a:rPr lang="en-US" altLang="zh-CN" dirty="0" err="1" smtClean="0"/>
              <a:t>GeoDatabase</a:t>
            </a:r>
            <a:r>
              <a:rPr lang="zh-CN" altLang="en-US" dirty="0" smtClean="0"/>
              <a:t>模型</a:t>
            </a:r>
            <a:endParaRPr lang="zh-CN" altLang="en-US" dirty="0"/>
          </a:p>
        </p:txBody>
      </p:sp>
      <p:sp>
        <p:nvSpPr>
          <p:cNvPr id="6" name="内容占位符 5"/>
          <p:cNvSpPr>
            <a:spLocks noGrp="1"/>
          </p:cNvSpPr>
          <p:nvPr>
            <p:ph idx="1"/>
          </p:nvPr>
        </p:nvSpPr>
        <p:spPr/>
        <p:txBody>
          <a:bodyPr/>
          <a:lstStyle/>
          <a:p>
            <a:r>
              <a:rPr lang="zh-CN" altLang="en-US" dirty="0" smtClean="0">
                <a:solidFill>
                  <a:schemeClr val="tx1"/>
                </a:solidFill>
                <a:latin typeface="+mj-lt"/>
                <a:ea typeface="黑体" pitchFamily="2" charset="-122"/>
              </a:rPr>
              <a:t>系统建模方式</a:t>
            </a:r>
            <a:endParaRPr lang="en-US" altLang="zh-CN" dirty="0" smtClean="0">
              <a:solidFill>
                <a:schemeClr val="tx1"/>
              </a:solidFill>
              <a:latin typeface="+mj-lt"/>
              <a:ea typeface="黑体" pitchFamily="2" charset="-122"/>
            </a:endParaRPr>
          </a:p>
          <a:p>
            <a:pPr lvl="1"/>
            <a:r>
              <a:rPr lang="zh-CN" altLang="en-US" dirty="0" smtClean="0">
                <a:solidFill>
                  <a:schemeClr val="tx1"/>
                </a:solidFill>
                <a:latin typeface="+mj-lt"/>
                <a:ea typeface="黑体" pitchFamily="2" charset="-122"/>
              </a:rPr>
              <a:t>人与世界交互多种多样，建模也多种多样</a:t>
            </a:r>
            <a:endParaRPr lang="en-US" altLang="zh-CN" dirty="0" smtClean="0">
              <a:solidFill>
                <a:schemeClr val="tx1"/>
              </a:solidFill>
              <a:latin typeface="+mj-lt"/>
              <a:ea typeface="黑体" pitchFamily="2" charset="-122"/>
            </a:endParaRPr>
          </a:p>
          <a:p>
            <a:pPr lvl="1"/>
            <a:r>
              <a:rPr lang="en-US" altLang="zh-CN" dirty="0" smtClean="0">
                <a:latin typeface="+mj-lt"/>
                <a:ea typeface="黑体" pitchFamily="2" charset="-122"/>
              </a:rPr>
              <a:t>GIS</a:t>
            </a:r>
            <a:r>
              <a:rPr lang="zh-CN" altLang="en-US" dirty="0" smtClean="0">
                <a:latin typeface="+mj-lt"/>
                <a:ea typeface="黑体" pitchFamily="2" charset="-122"/>
              </a:rPr>
              <a:t>中，可以考虑的几种河流建模方式</a:t>
            </a:r>
            <a:endParaRPr lang="en-US" altLang="zh-CN" dirty="0" smtClean="0">
              <a:solidFill>
                <a:schemeClr val="tx1"/>
              </a:solidFill>
              <a:latin typeface="+mj-lt"/>
              <a:ea typeface="黑体" pitchFamily="2" charset="-122"/>
            </a:endParaRPr>
          </a:p>
          <a:p>
            <a:pPr lvl="1"/>
            <a:r>
              <a:rPr lang="zh-CN" altLang="en-US" dirty="0" smtClean="0">
                <a:ea typeface="黑体" pitchFamily="2" charset="-122"/>
              </a:rPr>
              <a:t>数据的使用方式是决定数据模型选择的关键</a:t>
            </a:r>
            <a:endParaRPr lang="en-US" altLang="zh-CN" dirty="0" smtClean="0">
              <a:ea typeface="黑体" pitchFamily="2" charset="-122"/>
            </a:endParaRPr>
          </a:p>
          <a:p>
            <a:pPr lvl="1">
              <a:buNone/>
            </a:pPr>
            <a:endParaRPr lang="en-US" altLang="zh-CN" dirty="0" smtClean="0">
              <a:solidFill>
                <a:schemeClr val="tx1"/>
              </a:solidFill>
              <a:latin typeface="+mj-lt"/>
              <a:ea typeface="黑体" pitchFamily="2" charset="-122"/>
            </a:endParaRPr>
          </a:p>
          <a:p>
            <a:endParaRPr lang="en-US" altLang="zh-CN" dirty="0" smtClean="0">
              <a:solidFill>
                <a:schemeClr val="tx1"/>
              </a:solidFill>
              <a:latin typeface="+mj-lt"/>
              <a:ea typeface="黑体" pitchFamily="2" charset="-122"/>
            </a:endParaRPr>
          </a:p>
          <a:p>
            <a:pPr lvl="1"/>
            <a:endParaRPr lang="en-US" altLang="zh-CN" dirty="0" smtClean="0">
              <a:solidFill>
                <a:schemeClr val="tx1"/>
              </a:solidFill>
              <a:ea typeface="黑体" pitchFamily="2" charset="-122"/>
            </a:endParaRPr>
          </a:p>
        </p:txBody>
      </p:sp>
      <p:sp>
        <p:nvSpPr>
          <p:cNvPr id="7" name="Line 95"/>
          <p:cNvSpPr>
            <a:spLocks noChangeShapeType="1"/>
          </p:cNvSpPr>
          <p:nvPr/>
        </p:nvSpPr>
        <p:spPr bwMode="auto">
          <a:xfrm>
            <a:off x="457200" y="1219200"/>
            <a:ext cx="7524000" cy="0"/>
          </a:xfrm>
          <a:prstGeom prst="line">
            <a:avLst/>
          </a:prstGeom>
          <a:noFill/>
          <a:ln w="88900" cmpd="thinThick">
            <a:solidFill>
              <a:srgbClr val="9294C0"/>
            </a:solidFill>
            <a:round/>
            <a:headEnd/>
            <a:tailEnd/>
          </a:ln>
          <a:effectLst/>
        </p:spPr>
        <p:txBody>
          <a:bodyPr wrap="none" anchor="ctr"/>
          <a:lstStyle/>
          <a:p>
            <a:endParaRPr lang="zh-CN" altLang="en-US"/>
          </a:p>
        </p:txBody>
      </p:sp>
      <p:sp>
        <p:nvSpPr>
          <p:cNvPr id="9" name="圆角右箭头 8"/>
          <p:cNvSpPr/>
          <p:nvPr/>
        </p:nvSpPr>
        <p:spPr bwMode="auto">
          <a:xfrm>
            <a:off x="3124200" y="5334000"/>
            <a:ext cx="990600" cy="381000"/>
          </a:xfrm>
          <a:prstGeom prst="bentArrow">
            <a:avLst/>
          </a:prstGeom>
          <a:solidFill>
            <a:schemeClr val="accent1"/>
          </a:solidFill>
          <a:ln w="9525" cap="flat" cmpd="sng" algn="ctr">
            <a:noFill/>
            <a:prstDash val="solid"/>
            <a:round/>
            <a:headEnd type="none" w="med" len="med"/>
            <a:tailEnd type="none" w="med" len="med"/>
          </a:ln>
          <a:effectLst/>
          <a:scene3d>
            <a:camera prst="orthographicFront">
              <a:rot lat="5400000" lon="0" rev="0"/>
            </a:camera>
            <a:lightRig rig="threePt" dir="t"/>
          </a:scene3d>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smtClean="0">
              <a:ln>
                <a:noFill/>
              </a:ln>
              <a:solidFill>
                <a:schemeClr val="tx1"/>
              </a:solidFill>
              <a:effectLst/>
              <a:latin typeface="Arial" pitchFamily="34" charset="0"/>
            </a:endParaRPr>
          </a:p>
        </p:txBody>
      </p:sp>
      <p:sp>
        <p:nvSpPr>
          <p:cNvPr id="13" name="灯片编号占位符 12"/>
          <p:cNvSpPr>
            <a:spLocks noGrp="1"/>
          </p:cNvSpPr>
          <p:nvPr>
            <p:ph type="sldNum" sz="quarter" idx="12"/>
          </p:nvPr>
        </p:nvSpPr>
        <p:spPr>
          <a:xfrm>
            <a:off x="2971800" y="6172200"/>
            <a:ext cx="2133600" cy="228600"/>
          </a:xfrm>
        </p:spPr>
        <p:txBody>
          <a:bodyPr/>
          <a:lstStyle/>
          <a:p>
            <a:fld id="{AE60A1FF-8927-450B-A360-23049E3230E2}" type="slidenum">
              <a:rPr lang="zh-CN" altLang="en-US" smtClean="0"/>
              <a:pPr/>
              <a:t>4</a:t>
            </a:fld>
            <a:endParaRPr lang="en-US" altLang="zh-CN"/>
          </a:p>
        </p:txBody>
      </p:sp>
      <p:pic>
        <p:nvPicPr>
          <p:cNvPr id="10" name="内容占位符 6" descr="师大图标.png"/>
          <p:cNvPicPr>
            <a:picLocks noChangeAspect="1"/>
          </p:cNvPicPr>
          <p:nvPr/>
        </p:nvPicPr>
        <p:blipFill>
          <a:blip r:embed="rId2"/>
          <a:stretch>
            <a:fillRect/>
          </a:stretch>
        </p:blipFill>
        <p:spPr bwMode="auto">
          <a:xfrm>
            <a:off x="838200" y="343000"/>
            <a:ext cx="800000" cy="800000"/>
          </a:xfrm>
          <a:prstGeom prst="rect">
            <a:avLst/>
          </a:prstGeom>
          <a:noFill/>
          <a:ln w="9525">
            <a:noFill/>
            <a:miter lim="800000"/>
            <a:headEnd/>
            <a:tailEnd/>
          </a:ln>
          <a:effectLst/>
        </p:spPr>
      </p:pic>
      <p:sp>
        <p:nvSpPr>
          <p:cNvPr id="8" name="圆角右箭头 7"/>
          <p:cNvSpPr/>
          <p:nvPr/>
        </p:nvSpPr>
        <p:spPr bwMode="auto">
          <a:xfrm>
            <a:off x="3124200" y="5334000"/>
            <a:ext cx="990600" cy="381000"/>
          </a:xfrm>
          <a:prstGeom prst="bentArrow">
            <a:avLst/>
          </a:prstGeom>
          <a:solidFill>
            <a:schemeClr val="accent1"/>
          </a:solidFill>
          <a:ln w="9525" cap="flat" cmpd="sng" algn="ctr">
            <a:noFill/>
            <a:prstDash val="solid"/>
            <a:round/>
            <a:headEnd type="none" w="med" len="med"/>
            <a:tailEnd type="none" w="med" len="med"/>
          </a:ln>
          <a:effectLst/>
          <a:scene3d>
            <a:camera prst="orthographicFront">
              <a:rot lat="5400000" lon="0" rev="0"/>
            </a:camera>
            <a:lightRig rig="threePt" dir="t"/>
          </a:scene3d>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smtClean="0">
              <a:ln>
                <a:noFill/>
              </a:ln>
              <a:solidFill>
                <a:schemeClr val="tx1"/>
              </a:solidFill>
              <a:effectLst/>
              <a:latin typeface="Arial" pitchFamily="34" charset="0"/>
            </a:endParaRPr>
          </a:p>
        </p:txBody>
      </p:sp>
      <p:pic>
        <p:nvPicPr>
          <p:cNvPr id="11" name="Picture 2"/>
          <p:cNvPicPr>
            <a:picLocks noChangeArrowheads="1"/>
          </p:cNvPicPr>
          <p:nvPr/>
        </p:nvPicPr>
        <p:blipFill>
          <a:blip r:embed="rId3"/>
          <a:stretch>
            <a:fillRect/>
          </a:stretch>
        </p:blipFill>
        <p:spPr bwMode="auto">
          <a:xfrm>
            <a:off x="381000" y="3276600"/>
            <a:ext cx="2757600" cy="1447200"/>
          </a:xfrm>
          <a:prstGeom prst="rect">
            <a:avLst/>
          </a:prstGeom>
          <a:noFill/>
          <a:ln w="9525">
            <a:noFill/>
            <a:miter lim="800000"/>
            <a:headEnd/>
            <a:tailEnd/>
          </a:ln>
          <a:effectLst/>
        </p:spPr>
      </p:pic>
      <p:sp>
        <p:nvSpPr>
          <p:cNvPr id="12" name="TextBox 11"/>
          <p:cNvSpPr txBox="1"/>
          <p:nvPr/>
        </p:nvSpPr>
        <p:spPr>
          <a:xfrm>
            <a:off x="3429000" y="3276600"/>
            <a:ext cx="2133600" cy="646331"/>
          </a:xfrm>
          <a:prstGeom prst="rect">
            <a:avLst/>
          </a:prstGeom>
          <a:noFill/>
        </p:spPr>
        <p:txBody>
          <a:bodyPr wrap="square" rtlCol="0">
            <a:spAutoFit/>
          </a:bodyPr>
          <a:lstStyle/>
          <a:p>
            <a:r>
              <a:rPr lang="zh-CN" altLang="en-US" dirty="0" smtClean="0"/>
              <a:t>河流作为组成网络的线要素</a:t>
            </a:r>
            <a:endParaRPr lang="zh-CN" altLang="en-US" dirty="0"/>
          </a:p>
        </p:txBody>
      </p:sp>
      <p:pic>
        <p:nvPicPr>
          <p:cNvPr id="14" name="Picture 3"/>
          <p:cNvPicPr>
            <a:picLocks noChangeAspect="1" noChangeArrowheads="1"/>
          </p:cNvPicPr>
          <p:nvPr/>
        </p:nvPicPr>
        <p:blipFill>
          <a:blip r:embed="rId4"/>
          <a:srcRect/>
          <a:stretch>
            <a:fillRect/>
          </a:stretch>
        </p:blipFill>
        <p:spPr bwMode="auto">
          <a:xfrm>
            <a:off x="6172200" y="3352800"/>
            <a:ext cx="2758218" cy="1447800"/>
          </a:xfrm>
          <a:prstGeom prst="rect">
            <a:avLst/>
          </a:prstGeom>
          <a:noFill/>
          <a:ln w="9525">
            <a:noFill/>
            <a:miter lim="800000"/>
            <a:headEnd/>
            <a:tailEnd/>
          </a:ln>
          <a:effectLst/>
        </p:spPr>
      </p:pic>
      <p:sp>
        <p:nvSpPr>
          <p:cNvPr id="15" name="TextBox 14"/>
          <p:cNvSpPr txBox="1"/>
          <p:nvPr/>
        </p:nvSpPr>
        <p:spPr>
          <a:xfrm>
            <a:off x="3581400" y="4267200"/>
            <a:ext cx="2286000" cy="369332"/>
          </a:xfrm>
          <a:prstGeom prst="rect">
            <a:avLst/>
          </a:prstGeom>
          <a:noFill/>
        </p:spPr>
        <p:txBody>
          <a:bodyPr wrap="square" rtlCol="0">
            <a:spAutoFit/>
          </a:bodyPr>
          <a:lstStyle/>
          <a:p>
            <a:r>
              <a:rPr lang="zh-CN" altLang="en-US" dirty="0" smtClean="0"/>
              <a:t>河流作为疆土边界</a:t>
            </a:r>
            <a:endParaRPr lang="zh-CN" altLang="en-US" dirty="0"/>
          </a:p>
        </p:txBody>
      </p:sp>
      <p:pic>
        <p:nvPicPr>
          <p:cNvPr id="16" name="Picture 4"/>
          <p:cNvPicPr>
            <a:picLocks noChangeAspect="1" noChangeArrowheads="1"/>
          </p:cNvPicPr>
          <p:nvPr/>
        </p:nvPicPr>
        <p:blipFill>
          <a:blip r:embed="rId5"/>
          <a:srcRect/>
          <a:stretch>
            <a:fillRect/>
          </a:stretch>
        </p:blipFill>
        <p:spPr bwMode="auto">
          <a:xfrm>
            <a:off x="304800" y="4953000"/>
            <a:ext cx="2809164" cy="1371600"/>
          </a:xfrm>
          <a:prstGeom prst="rect">
            <a:avLst/>
          </a:prstGeom>
          <a:noFill/>
          <a:ln w="9525">
            <a:noFill/>
            <a:miter lim="800000"/>
            <a:headEnd/>
            <a:tailEnd/>
          </a:ln>
          <a:effectLst/>
        </p:spPr>
      </p:pic>
      <p:sp>
        <p:nvSpPr>
          <p:cNvPr id="17" name="虚尾箭头 16"/>
          <p:cNvSpPr/>
          <p:nvPr/>
        </p:nvSpPr>
        <p:spPr bwMode="auto">
          <a:xfrm rot="10800000">
            <a:off x="3124200" y="3429000"/>
            <a:ext cx="381000" cy="304800"/>
          </a:xfrm>
          <a:prstGeom prst="stripedRightArrow">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smtClean="0">
              <a:ln>
                <a:noFill/>
              </a:ln>
              <a:solidFill>
                <a:schemeClr val="tx1"/>
              </a:solidFill>
              <a:effectLst/>
              <a:latin typeface="Arial" pitchFamily="34" charset="0"/>
            </a:endParaRPr>
          </a:p>
        </p:txBody>
      </p:sp>
      <p:sp>
        <p:nvSpPr>
          <p:cNvPr id="18" name="虚尾箭头 17"/>
          <p:cNvSpPr/>
          <p:nvPr/>
        </p:nvSpPr>
        <p:spPr bwMode="auto">
          <a:xfrm>
            <a:off x="5715000" y="4343400"/>
            <a:ext cx="381000" cy="304800"/>
          </a:xfrm>
          <a:prstGeom prst="stripedRightArrow">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smtClean="0">
              <a:ln>
                <a:noFill/>
              </a:ln>
              <a:solidFill>
                <a:schemeClr val="tx1"/>
              </a:solidFill>
              <a:effectLst/>
              <a:latin typeface="Arial" pitchFamily="34" charset="0"/>
            </a:endParaRPr>
          </a:p>
        </p:txBody>
      </p:sp>
      <p:sp>
        <p:nvSpPr>
          <p:cNvPr id="19" name="TextBox 18"/>
          <p:cNvSpPr txBox="1"/>
          <p:nvPr/>
        </p:nvSpPr>
        <p:spPr>
          <a:xfrm>
            <a:off x="3429000" y="5029200"/>
            <a:ext cx="2667000" cy="369332"/>
          </a:xfrm>
          <a:prstGeom prst="rect">
            <a:avLst/>
          </a:prstGeom>
          <a:noFill/>
        </p:spPr>
        <p:txBody>
          <a:bodyPr wrap="square" rtlCol="0">
            <a:spAutoFit/>
          </a:bodyPr>
          <a:lstStyle/>
          <a:p>
            <a:r>
              <a:rPr lang="zh-CN" altLang="en-US" dirty="0" smtClean="0"/>
              <a:t>作为面状要素表达</a:t>
            </a:r>
            <a:endParaRPr lang="zh-CN" altLang="en-US" dirty="0"/>
          </a:p>
        </p:txBody>
      </p:sp>
      <p:sp>
        <p:nvSpPr>
          <p:cNvPr id="20" name="虚尾箭头 19"/>
          <p:cNvSpPr/>
          <p:nvPr/>
        </p:nvSpPr>
        <p:spPr bwMode="auto">
          <a:xfrm rot="10800000">
            <a:off x="3124200" y="5029200"/>
            <a:ext cx="381000" cy="304800"/>
          </a:xfrm>
          <a:prstGeom prst="stripedRightArrow">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smtClean="0">
              <a:ln>
                <a:noFill/>
              </a:ln>
              <a:solidFill>
                <a:schemeClr val="tx1"/>
              </a:solidFill>
              <a:effectLst/>
              <a:latin typeface="Arial" pitchFamily="34" charset="0"/>
            </a:endParaRPr>
          </a:p>
        </p:txBody>
      </p:sp>
      <p:pic>
        <p:nvPicPr>
          <p:cNvPr id="21" name="Picture 5"/>
          <p:cNvPicPr>
            <a:picLocks noChangeAspect="1" noChangeArrowheads="1"/>
          </p:cNvPicPr>
          <p:nvPr/>
        </p:nvPicPr>
        <p:blipFill>
          <a:blip r:embed="rId6"/>
          <a:srcRect/>
          <a:stretch>
            <a:fillRect/>
          </a:stretch>
        </p:blipFill>
        <p:spPr bwMode="auto">
          <a:xfrm>
            <a:off x="6095999" y="4953000"/>
            <a:ext cx="2787555" cy="1447800"/>
          </a:xfrm>
          <a:prstGeom prst="rect">
            <a:avLst/>
          </a:prstGeom>
          <a:noFill/>
          <a:ln w="9525">
            <a:noFill/>
            <a:miter lim="800000"/>
            <a:headEnd/>
            <a:tailEnd/>
          </a:ln>
          <a:effectLst/>
        </p:spPr>
      </p:pic>
      <p:sp>
        <p:nvSpPr>
          <p:cNvPr id="22" name="TextBox 21"/>
          <p:cNvSpPr txBox="1"/>
          <p:nvPr/>
        </p:nvSpPr>
        <p:spPr>
          <a:xfrm>
            <a:off x="3505200" y="5715000"/>
            <a:ext cx="2286000" cy="646331"/>
          </a:xfrm>
          <a:prstGeom prst="rect">
            <a:avLst/>
          </a:prstGeom>
          <a:noFill/>
        </p:spPr>
        <p:txBody>
          <a:bodyPr wrap="square" rtlCol="0">
            <a:spAutoFit/>
          </a:bodyPr>
          <a:lstStyle/>
          <a:p>
            <a:r>
              <a:rPr lang="zh-CN" altLang="en-US" dirty="0" smtClean="0"/>
              <a:t>河流弯曲编码一系列弯曲的地槽</a:t>
            </a:r>
            <a:endParaRPr lang="zh-CN" altLang="en-US" dirty="0"/>
          </a:p>
        </p:txBody>
      </p:sp>
      <p:sp>
        <p:nvSpPr>
          <p:cNvPr id="23" name="虚尾箭头 22"/>
          <p:cNvSpPr/>
          <p:nvPr/>
        </p:nvSpPr>
        <p:spPr bwMode="auto">
          <a:xfrm>
            <a:off x="5791200" y="5867400"/>
            <a:ext cx="381000" cy="304800"/>
          </a:xfrm>
          <a:prstGeom prst="stripedRightArrow">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smtClean="0">
              <a:ln>
                <a:noFill/>
              </a:ln>
              <a:solidFill>
                <a:schemeClr val="tx1"/>
              </a:solidFill>
              <a:effectLst/>
              <a:latin typeface="Arial" pitchFamily="34" charset="0"/>
            </a:endParaRPr>
          </a:p>
        </p:txBody>
      </p:sp>
    </p:spTree>
  </p:cSld>
  <p:clrMapOvr>
    <a:masterClrMapping/>
  </p:clrMapOvr>
  <p:transition>
    <p:split dir="in"/>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5</a:t>
            </a:r>
            <a:r>
              <a:rPr lang="zh-CN" altLang="en-US" dirty="0" smtClean="0"/>
              <a:t>、</a:t>
            </a:r>
            <a:r>
              <a:rPr lang="en-US" altLang="zh-CN" dirty="0" err="1" smtClean="0"/>
              <a:t>GeoDatabase</a:t>
            </a:r>
            <a:r>
              <a:rPr lang="zh-CN" altLang="en-US" dirty="0" smtClean="0"/>
              <a:t>模型</a:t>
            </a:r>
            <a:endParaRPr lang="zh-CN" altLang="en-US" dirty="0"/>
          </a:p>
        </p:txBody>
      </p:sp>
      <p:sp>
        <p:nvSpPr>
          <p:cNvPr id="6" name="内容占位符 5"/>
          <p:cNvSpPr>
            <a:spLocks noGrp="1"/>
          </p:cNvSpPr>
          <p:nvPr>
            <p:ph idx="1"/>
          </p:nvPr>
        </p:nvSpPr>
        <p:spPr/>
        <p:txBody>
          <a:bodyPr/>
          <a:lstStyle/>
          <a:p>
            <a:r>
              <a:rPr lang="zh-CN" altLang="en-US" dirty="0" smtClean="0">
                <a:solidFill>
                  <a:schemeClr val="tx1"/>
                </a:solidFill>
                <a:latin typeface="+mj-lt"/>
                <a:ea typeface="黑体" pitchFamily="2" charset="-122"/>
              </a:rPr>
              <a:t>地理数据模型的发展</a:t>
            </a:r>
            <a:endParaRPr lang="en-US" altLang="zh-CN" dirty="0" smtClean="0">
              <a:solidFill>
                <a:schemeClr val="tx1"/>
              </a:solidFill>
              <a:latin typeface="+mj-lt"/>
              <a:ea typeface="黑体" pitchFamily="2" charset="-122"/>
            </a:endParaRPr>
          </a:p>
          <a:p>
            <a:pPr lvl="1"/>
            <a:r>
              <a:rPr lang="zh-CN" altLang="en-US" dirty="0" smtClean="0">
                <a:latin typeface="+mj-lt"/>
                <a:ea typeface="黑体" pitchFamily="2" charset="-122"/>
              </a:rPr>
              <a:t>地理数据模型是真实世界的抽象，使用一系列数据对象支持地图的现实、查询、编辑和分析。</a:t>
            </a:r>
            <a:endParaRPr lang="en-US" altLang="zh-CN" dirty="0" smtClean="0">
              <a:solidFill>
                <a:schemeClr val="tx1"/>
              </a:solidFill>
              <a:latin typeface="+mj-lt"/>
              <a:ea typeface="黑体" pitchFamily="2" charset="-122"/>
            </a:endParaRPr>
          </a:p>
          <a:p>
            <a:pPr lvl="1"/>
            <a:r>
              <a:rPr lang="en-US" altLang="zh-CN" dirty="0" smtClean="0">
                <a:solidFill>
                  <a:schemeClr val="tx1"/>
                </a:solidFill>
                <a:latin typeface="+mj-lt"/>
                <a:ea typeface="黑体" pitchFamily="2" charset="-122"/>
              </a:rPr>
              <a:t>CAD</a:t>
            </a:r>
          </a:p>
          <a:p>
            <a:pPr lvl="2"/>
            <a:r>
              <a:rPr lang="en-US" altLang="zh-CN" dirty="0" smtClean="0">
                <a:latin typeface="+mj-lt"/>
                <a:ea typeface="黑体" pitchFamily="2" charset="-122"/>
              </a:rPr>
              <a:t>20</a:t>
            </a:r>
            <a:r>
              <a:rPr lang="zh-CN" altLang="en-US" dirty="0" smtClean="0">
                <a:latin typeface="+mj-lt"/>
                <a:ea typeface="黑体" pitchFamily="2" charset="-122"/>
              </a:rPr>
              <a:t>世纪</a:t>
            </a:r>
            <a:r>
              <a:rPr lang="en-US" altLang="zh-CN" dirty="0" smtClean="0">
                <a:latin typeface="+mj-lt"/>
                <a:ea typeface="黑体" pitchFamily="2" charset="-122"/>
              </a:rPr>
              <a:t>60-70</a:t>
            </a:r>
            <a:r>
              <a:rPr lang="zh-CN" altLang="en-US" dirty="0" smtClean="0">
                <a:latin typeface="+mj-lt"/>
                <a:ea typeface="黑体" pitchFamily="2" charset="-122"/>
              </a:rPr>
              <a:t>年代，使用</a:t>
            </a:r>
            <a:r>
              <a:rPr lang="en-US" altLang="zh-CN" dirty="0" smtClean="0">
                <a:latin typeface="+mj-lt"/>
                <a:ea typeface="黑体" pitchFamily="2" charset="-122"/>
              </a:rPr>
              <a:t>CAD</a:t>
            </a:r>
            <a:r>
              <a:rPr lang="zh-CN" altLang="en-US" dirty="0" smtClean="0">
                <a:latin typeface="+mj-lt"/>
                <a:ea typeface="黑体" pitchFamily="2" charset="-122"/>
              </a:rPr>
              <a:t>绘制地图。</a:t>
            </a:r>
            <a:endParaRPr lang="en-US" altLang="zh-CN" dirty="0" smtClean="0">
              <a:latin typeface="+mj-lt"/>
              <a:ea typeface="黑体" pitchFamily="2" charset="-122"/>
            </a:endParaRPr>
          </a:p>
          <a:p>
            <a:pPr lvl="2"/>
            <a:r>
              <a:rPr lang="zh-CN" altLang="en-US" dirty="0" smtClean="0">
                <a:solidFill>
                  <a:schemeClr val="tx1"/>
                </a:solidFill>
                <a:latin typeface="+mj-lt"/>
                <a:ea typeface="黑体" pitchFamily="2" charset="-122"/>
              </a:rPr>
              <a:t>以二进制文件格式存储地理数据，并以点、线、面的形式表达</a:t>
            </a:r>
            <a:endParaRPr lang="en-US" altLang="zh-CN" dirty="0" smtClean="0">
              <a:solidFill>
                <a:schemeClr val="tx1"/>
              </a:solidFill>
              <a:latin typeface="+mj-lt"/>
              <a:ea typeface="黑体" pitchFamily="2" charset="-122"/>
            </a:endParaRPr>
          </a:p>
          <a:p>
            <a:pPr lvl="2"/>
            <a:r>
              <a:rPr lang="zh-CN" altLang="en-US" dirty="0" smtClean="0">
                <a:latin typeface="+mj-lt"/>
                <a:ea typeface="黑体" pitchFamily="2" charset="-122"/>
              </a:rPr>
              <a:t>只能保存极少的属性信息，地图图层和注记是主要的属性表达方式</a:t>
            </a:r>
            <a:endParaRPr lang="en-US" altLang="zh-CN" dirty="0" smtClean="0">
              <a:solidFill>
                <a:schemeClr val="tx1"/>
              </a:solidFill>
              <a:latin typeface="+mj-lt"/>
              <a:ea typeface="黑体" pitchFamily="2" charset="-122"/>
            </a:endParaRPr>
          </a:p>
          <a:p>
            <a:pPr lvl="1"/>
            <a:r>
              <a:rPr lang="en-US" altLang="zh-CN" dirty="0" smtClean="0">
                <a:solidFill>
                  <a:schemeClr val="tx1"/>
                </a:solidFill>
                <a:latin typeface="+mj-lt"/>
                <a:ea typeface="黑体" pitchFamily="2" charset="-122"/>
              </a:rPr>
              <a:t>Coverage</a:t>
            </a:r>
          </a:p>
          <a:p>
            <a:pPr lvl="2"/>
            <a:r>
              <a:rPr lang="en-US" altLang="zh-CN" dirty="0" smtClean="0">
                <a:latin typeface="+mj-lt"/>
                <a:ea typeface="黑体" pitchFamily="2" charset="-122"/>
              </a:rPr>
              <a:t>1981</a:t>
            </a:r>
            <a:r>
              <a:rPr lang="zh-CN" altLang="en-US" dirty="0" smtClean="0">
                <a:latin typeface="+mj-lt"/>
                <a:ea typeface="黑体" pitchFamily="2" charset="-122"/>
              </a:rPr>
              <a:t>年，</a:t>
            </a:r>
            <a:r>
              <a:rPr lang="en-US" altLang="zh-CN" dirty="0" smtClean="0">
                <a:latin typeface="+mj-lt"/>
                <a:ea typeface="黑体" pitchFamily="2" charset="-122"/>
              </a:rPr>
              <a:t>ESRI</a:t>
            </a:r>
            <a:r>
              <a:rPr lang="zh-CN" altLang="en-US" dirty="0" smtClean="0">
                <a:latin typeface="+mj-lt"/>
                <a:ea typeface="黑体" pitchFamily="2" charset="-122"/>
              </a:rPr>
              <a:t>推出第一个商用</a:t>
            </a:r>
            <a:r>
              <a:rPr lang="en-US" altLang="zh-CN" dirty="0" smtClean="0">
                <a:latin typeface="+mj-lt"/>
                <a:ea typeface="黑体" pitchFamily="2" charset="-122"/>
              </a:rPr>
              <a:t>GIS</a:t>
            </a:r>
            <a:r>
              <a:rPr lang="zh-CN" altLang="en-US" dirty="0" smtClean="0">
                <a:latin typeface="+mj-lt"/>
                <a:ea typeface="黑体" pitchFamily="2" charset="-122"/>
              </a:rPr>
              <a:t>软件</a:t>
            </a:r>
            <a:r>
              <a:rPr lang="en-US" altLang="zh-CN" dirty="0" smtClean="0">
                <a:latin typeface="+mj-lt"/>
                <a:ea typeface="黑体" pitchFamily="2" charset="-122"/>
              </a:rPr>
              <a:t>—</a:t>
            </a:r>
            <a:r>
              <a:rPr lang="en-US" altLang="zh-CN" dirty="0" err="1" smtClean="0">
                <a:latin typeface="+mj-lt"/>
                <a:ea typeface="黑体" pitchFamily="2" charset="-122"/>
              </a:rPr>
              <a:t>ArcInfo</a:t>
            </a:r>
            <a:r>
              <a:rPr lang="zh-CN" altLang="en-US" dirty="0" smtClean="0">
                <a:latin typeface="+mj-lt"/>
                <a:ea typeface="黑体" pitchFamily="2" charset="-122"/>
              </a:rPr>
              <a:t>，采用了第二代地理数据模型</a:t>
            </a:r>
            <a:r>
              <a:rPr lang="en-US" altLang="zh-CN" dirty="0" smtClean="0">
                <a:latin typeface="+mj-lt"/>
                <a:ea typeface="黑体" pitchFamily="2" charset="-122"/>
              </a:rPr>
              <a:t>Coverage</a:t>
            </a:r>
            <a:r>
              <a:rPr lang="zh-CN" altLang="en-US" dirty="0" smtClean="0">
                <a:latin typeface="+mj-lt"/>
                <a:ea typeface="黑体" pitchFamily="2" charset="-122"/>
              </a:rPr>
              <a:t>。</a:t>
            </a:r>
            <a:endParaRPr lang="en-US" altLang="zh-CN" dirty="0" smtClean="0">
              <a:solidFill>
                <a:schemeClr val="tx1"/>
              </a:solidFill>
              <a:ea typeface="黑体" pitchFamily="2" charset="-122"/>
            </a:endParaRPr>
          </a:p>
        </p:txBody>
      </p:sp>
      <p:sp>
        <p:nvSpPr>
          <p:cNvPr id="7" name="Line 95"/>
          <p:cNvSpPr>
            <a:spLocks noChangeShapeType="1"/>
          </p:cNvSpPr>
          <p:nvPr/>
        </p:nvSpPr>
        <p:spPr bwMode="auto">
          <a:xfrm>
            <a:off x="457200" y="1219200"/>
            <a:ext cx="7524000" cy="0"/>
          </a:xfrm>
          <a:prstGeom prst="line">
            <a:avLst/>
          </a:prstGeom>
          <a:noFill/>
          <a:ln w="88900" cmpd="thinThick">
            <a:solidFill>
              <a:srgbClr val="9294C0"/>
            </a:solidFill>
            <a:round/>
            <a:headEnd/>
            <a:tailEnd/>
          </a:ln>
          <a:effectLst/>
        </p:spPr>
        <p:txBody>
          <a:bodyPr wrap="none" anchor="ctr"/>
          <a:lstStyle/>
          <a:p>
            <a:endParaRPr lang="zh-CN" altLang="en-US"/>
          </a:p>
        </p:txBody>
      </p:sp>
      <p:sp>
        <p:nvSpPr>
          <p:cNvPr id="9" name="圆角右箭头 8"/>
          <p:cNvSpPr/>
          <p:nvPr/>
        </p:nvSpPr>
        <p:spPr bwMode="auto">
          <a:xfrm>
            <a:off x="3124200" y="5257800"/>
            <a:ext cx="990600" cy="381000"/>
          </a:xfrm>
          <a:prstGeom prst="bentArrow">
            <a:avLst/>
          </a:prstGeom>
          <a:solidFill>
            <a:schemeClr val="accent1"/>
          </a:solidFill>
          <a:ln w="9525" cap="flat" cmpd="sng" algn="ctr">
            <a:noFill/>
            <a:prstDash val="solid"/>
            <a:round/>
            <a:headEnd type="none" w="med" len="med"/>
            <a:tailEnd type="none" w="med" len="med"/>
          </a:ln>
          <a:effectLst/>
          <a:scene3d>
            <a:camera prst="orthographicFront">
              <a:rot lat="5400000" lon="0" rev="0"/>
            </a:camera>
            <a:lightRig rig="threePt" dir="t"/>
          </a:scene3d>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smtClean="0">
              <a:ln>
                <a:noFill/>
              </a:ln>
              <a:solidFill>
                <a:schemeClr val="tx1"/>
              </a:solidFill>
              <a:effectLst/>
              <a:latin typeface="Arial" pitchFamily="34" charset="0"/>
            </a:endParaRPr>
          </a:p>
        </p:txBody>
      </p:sp>
      <p:sp>
        <p:nvSpPr>
          <p:cNvPr id="13" name="灯片编号占位符 12"/>
          <p:cNvSpPr>
            <a:spLocks noGrp="1"/>
          </p:cNvSpPr>
          <p:nvPr>
            <p:ph type="sldNum" sz="quarter" idx="12"/>
          </p:nvPr>
        </p:nvSpPr>
        <p:spPr/>
        <p:txBody>
          <a:bodyPr/>
          <a:lstStyle/>
          <a:p>
            <a:fld id="{AE60A1FF-8927-450B-A360-23049E3230E2}" type="slidenum">
              <a:rPr lang="zh-CN" altLang="en-US" smtClean="0"/>
              <a:pPr/>
              <a:t>5</a:t>
            </a:fld>
            <a:endParaRPr lang="en-US" altLang="zh-CN"/>
          </a:p>
        </p:txBody>
      </p:sp>
      <p:pic>
        <p:nvPicPr>
          <p:cNvPr id="10" name="内容占位符 6" descr="师大图标.png"/>
          <p:cNvPicPr>
            <a:picLocks noChangeAspect="1"/>
          </p:cNvPicPr>
          <p:nvPr/>
        </p:nvPicPr>
        <p:blipFill>
          <a:blip r:embed="rId2"/>
          <a:stretch>
            <a:fillRect/>
          </a:stretch>
        </p:blipFill>
        <p:spPr bwMode="auto">
          <a:xfrm>
            <a:off x="838200" y="343000"/>
            <a:ext cx="800000" cy="800000"/>
          </a:xfrm>
          <a:prstGeom prst="rect">
            <a:avLst/>
          </a:prstGeom>
          <a:noFill/>
          <a:ln w="9525">
            <a:noFill/>
            <a:miter lim="800000"/>
            <a:headEnd/>
            <a:tailEnd/>
          </a:ln>
          <a:effectLst/>
        </p:spPr>
      </p:pic>
    </p:spTree>
  </p:cSld>
  <p:clrMapOvr>
    <a:masterClrMapping/>
  </p:clrMapOvr>
  <p:transition>
    <p:split dir="in"/>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5</a:t>
            </a:r>
            <a:r>
              <a:rPr lang="zh-CN" altLang="en-US" dirty="0" smtClean="0"/>
              <a:t>、</a:t>
            </a:r>
            <a:r>
              <a:rPr lang="en-US" altLang="zh-CN" dirty="0" err="1" smtClean="0"/>
              <a:t>GeoDatabase</a:t>
            </a:r>
            <a:r>
              <a:rPr lang="zh-CN" altLang="en-US" dirty="0" smtClean="0"/>
              <a:t>模型</a:t>
            </a:r>
            <a:endParaRPr lang="zh-CN" altLang="en-US" dirty="0"/>
          </a:p>
        </p:txBody>
      </p:sp>
      <p:sp>
        <p:nvSpPr>
          <p:cNvPr id="6" name="内容占位符 5"/>
          <p:cNvSpPr>
            <a:spLocks noGrp="1"/>
          </p:cNvSpPr>
          <p:nvPr>
            <p:ph idx="1"/>
          </p:nvPr>
        </p:nvSpPr>
        <p:spPr/>
        <p:txBody>
          <a:bodyPr/>
          <a:lstStyle/>
          <a:p>
            <a:r>
              <a:rPr lang="en-US" altLang="zh-CN" dirty="0" smtClean="0">
                <a:solidFill>
                  <a:schemeClr val="tx1"/>
                </a:solidFill>
                <a:latin typeface="+mj-lt"/>
                <a:ea typeface="黑体" pitchFamily="2" charset="-122"/>
              </a:rPr>
              <a:t>Coverage</a:t>
            </a:r>
            <a:r>
              <a:rPr lang="zh-CN" altLang="en-US" dirty="0" smtClean="0">
                <a:solidFill>
                  <a:schemeClr val="tx1"/>
                </a:solidFill>
                <a:latin typeface="+mj-lt"/>
                <a:ea typeface="黑体" pitchFamily="2" charset="-122"/>
              </a:rPr>
              <a:t>数据模型</a:t>
            </a:r>
            <a:endParaRPr lang="en-US" altLang="zh-CN" dirty="0" smtClean="0">
              <a:solidFill>
                <a:schemeClr val="tx1"/>
              </a:solidFill>
              <a:latin typeface="+mj-lt"/>
              <a:ea typeface="黑体" pitchFamily="2" charset="-122"/>
            </a:endParaRPr>
          </a:p>
          <a:p>
            <a:pPr lvl="1"/>
            <a:r>
              <a:rPr lang="zh-CN" altLang="en-US" dirty="0" smtClean="0">
                <a:latin typeface="+mj-lt"/>
                <a:ea typeface="黑体" pitchFamily="2" charset="-122"/>
              </a:rPr>
              <a:t>两个关键点</a:t>
            </a:r>
            <a:endParaRPr lang="en-US" altLang="zh-CN" dirty="0" smtClean="0">
              <a:latin typeface="+mj-lt"/>
              <a:ea typeface="黑体" pitchFamily="2" charset="-122"/>
            </a:endParaRPr>
          </a:p>
          <a:p>
            <a:pPr lvl="2"/>
            <a:r>
              <a:rPr lang="zh-CN" altLang="en-US" dirty="0" smtClean="0">
                <a:solidFill>
                  <a:schemeClr val="tx1"/>
                </a:solidFill>
                <a:latin typeface="+mj-lt"/>
                <a:ea typeface="黑体" pitchFamily="2" charset="-122"/>
              </a:rPr>
              <a:t>空间数据和属性数据结合</a:t>
            </a:r>
            <a:r>
              <a:rPr lang="zh-CN" altLang="en-US" dirty="0" smtClean="0">
                <a:latin typeface="+mj-lt"/>
                <a:ea typeface="黑体" pitchFamily="2" charset="-122"/>
              </a:rPr>
              <a:t>。空间数据存储为索引化二进制文件，为显示和存取做了优化。属性数据存储在表里，有一定数量的行，行数等于二进制文件中的特征（要素）数量，属性数据和特征通过共同的标识符（</a:t>
            </a:r>
            <a:r>
              <a:rPr lang="en-US" altLang="zh-CN" dirty="0" smtClean="0">
                <a:latin typeface="+mj-lt"/>
                <a:ea typeface="黑体" pitchFamily="2" charset="-122"/>
              </a:rPr>
              <a:t>ID</a:t>
            </a:r>
            <a:r>
              <a:rPr lang="zh-CN" altLang="en-US" dirty="0" smtClean="0">
                <a:latin typeface="+mj-lt"/>
                <a:ea typeface="黑体" pitchFamily="2" charset="-122"/>
              </a:rPr>
              <a:t>）连接。</a:t>
            </a:r>
            <a:endParaRPr lang="en-US" altLang="zh-CN" dirty="0" smtClean="0">
              <a:latin typeface="+mj-lt"/>
              <a:ea typeface="黑体" pitchFamily="2" charset="-122"/>
            </a:endParaRPr>
          </a:p>
          <a:p>
            <a:pPr lvl="2"/>
            <a:r>
              <a:rPr lang="zh-CN" altLang="en-US" dirty="0" smtClean="0">
                <a:solidFill>
                  <a:schemeClr val="tx1"/>
                </a:solidFill>
                <a:latin typeface="+mj-lt"/>
                <a:ea typeface="黑体" pitchFamily="2" charset="-122"/>
              </a:rPr>
              <a:t>能够存储矢量特征间的拓扑关系。可以得到哪些节点界定线，哪些线相连，哪些多边形在其左边还是右边。</a:t>
            </a:r>
            <a:endParaRPr lang="en-US" altLang="zh-CN" dirty="0" smtClean="0">
              <a:solidFill>
                <a:schemeClr val="tx1"/>
              </a:solidFill>
              <a:latin typeface="+mj-lt"/>
              <a:ea typeface="黑体" pitchFamily="2" charset="-122"/>
            </a:endParaRPr>
          </a:p>
          <a:p>
            <a:pPr lvl="1"/>
            <a:endParaRPr lang="en-US" altLang="zh-CN" dirty="0" smtClean="0">
              <a:solidFill>
                <a:schemeClr val="tx1"/>
              </a:solidFill>
              <a:latin typeface="+mj-lt"/>
              <a:ea typeface="黑体" pitchFamily="2" charset="-122"/>
            </a:endParaRPr>
          </a:p>
          <a:p>
            <a:pPr lvl="1"/>
            <a:endParaRPr lang="en-US" altLang="zh-CN" dirty="0" smtClean="0">
              <a:solidFill>
                <a:schemeClr val="tx1"/>
              </a:solidFill>
              <a:latin typeface="+mj-lt"/>
              <a:ea typeface="黑体" pitchFamily="2" charset="-122"/>
            </a:endParaRPr>
          </a:p>
          <a:p>
            <a:pPr lvl="1">
              <a:buNone/>
            </a:pPr>
            <a:endParaRPr lang="en-US" altLang="zh-CN" dirty="0" smtClean="0">
              <a:solidFill>
                <a:schemeClr val="tx1"/>
              </a:solidFill>
              <a:latin typeface="+mj-lt"/>
              <a:ea typeface="黑体" pitchFamily="2" charset="-122"/>
            </a:endParaRPr>
          </a:p>
          <a:p>
            <a:endParaRPr lang="en-US" altLang="zh-CN" dirty="0" smtClean="0">
              <a:solidFill>
                <a:schemeClr val="tx1"/>
              </a:solidFill>
              <a:latin typeface="+mj-lt"/>
              <a:ea typeface="黑体" pitchFamily="2" charset="-122"/>
            </a:endParaRPr>
          </a:p>
          <a:p>
            <a:pPr lvl="1"/>
            <a:endParaRPr lang="en-US" altLang="zh-CN" dirty="0" smtClean="0">
              <a:solidFill>
                <a:schemeClr val="tx1"/>
              </a:solidFill>
              <a:ea typeface="黑体" pitchFamily="2" charset="-122"/>
            </a:endParaRPr>
          </a:p>
        </p:txBody>
      </p:sp>
      <p:sp>
        <p:nvSpPr>
          <p:cNvPr id="7" name="Line 95"/>
          <p:cNvSpPr>
            <a:spLocks noChangeShapeType="1"/>
          </p:cNvSpPr>
          <p:nvPr/>
        </p:nvSpPr>
        <p:spPr bwMode="auto">
          <a:xfrm>
            <a:off x="457200" y="1219200"/>
            <a:ext cx="7524000" cy="0"/>
          </a:xfrm>
          <a:prstGeom prst="line">
            <a:avLst/>
          </a:prstGeom>
          <a:noFill/>
          <a:ln w="88900" cmpd="thinThick">
            <a:solidFill>
              <a:srgbClr val="9294C0"/>
            </a:solidFill>
            <a:round/>
            <a:headEnd/>
            <a:tailEnd/>
          </a:ln>
          <a:effectLst/>
        </p:spPr>
        <p:txBody>
          <a:bodyPr wrap="none" anchor="ctr"/>
          <a:lstStyle/>
          <a:p>
            <a:endParaRPr lang="zh-CN" altLang="en-US"/>
          </a:p>
        </p:txBody>
      </p:sp>
      <p:sp>
        <p:nvSpPr>
          <p:cNvPr id="9" name="圆角右箭头 8"/>
          <p:cNvSpPr/>
          <p:nvPr/>
        </p:nvSpPr>
        <p:spPr bwMode="auto">
          <a:xfrm>
            <a:off x="3124200" y="5257800"/>
            <a:ext cx="990600" cy="381000"/>
          </a:xfrm>
          <a:prstGeom prst="bentArrow">
            <a:avLst/>
          </a:prstGeom>
          <a:solidFill>
            <a:schemeClr val="accent1"/>
          </a:solidFill>
          <a:ln w="9525" cap="flat" cmpd="sng" algn="ctr">
            <a:noFill/>
            <a:prstDash val="solid"/>
            <a:round/>
            <a:headEnd type="none" w="med" len="med"/>
            <a:tailEnd type="none" w="med" len="med"/>
          </a:ln>
          <a:effectLst/>
          <a:scene3d>
            <a:camera prst="orthographicFront">
              <a:rot lat="5400000" lon="0" rev="0"/>
            </a:camera>
            <a:lightRig rig="threePt" dir="t"/>
          </a:scene3d>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smtClean="0">
              <a:ln>
                <a:noFill/>
              </a:ln>
              <a:solidFill>
                <a:schemeClr val="tx1"/>
              </a:solidFill>
              <a:effectLst/>
              <a:latin typeface="Arial" pitchFamily="34" charset="0"/>
            </a:endParaRPr>
          </a:p>
        </p:txBody>
      </p:sp>
      <p:sp>
        <p:nvSpPr>
          <p:cNvPr id="13" name="灯片编号占位符 12"/>
          <p:cNvSpPr>
            <a:spLocks noGrp="1"/>
          </p:cNvSpPr>
          <p:nvPr>
            <p:ph type="sldNum" sz="quarter" idx="12"/>
          </p:nvPr>
        </p:nvSpPr>
        <p:spPr/>
        <p:txBody>
          <a:bodyPr/>
          <a:lstStyle/>
          <a:p>
            <a:fld id="{AE60A1FF-8927-450B-A360-23049E3230E2}" type="slidenum">
              <a:rPr lang="zh-CN" altLang="en-US" smtClean="0"/>
              <a:pPr/>
              <a:t>6</a:t>
            </a:fld>
            <a:endParaRPr lang="en-US" altLang="zh-CN"/>
          </a:p>
        </p:txBody>
      </p:sp>
      <p:pic>
        <p:nvPicPr>
          <p:cNvPr id="10" name="内容占位符 6" descr="师大图标.png"/>
          <p:cNvPicPr>
            <a:picLocks noChangeAspect="1"/>
          </p:cNvPicPr>
          <p:nvPr/>
        </p:nvPicPr>
        <p:blipFill>
          <a:blip r:embed="rId2"/>
          <a:stretch>
            <a:fillRect/>
          </a:stretch>
        </p:blipFill>
        <p:spPr bwMode="auto">
          <a:xfrm>
            <a:off x="838200" y="343000"/>
            <a:ext cx="800000" cy="800000"/>
          </a:xfrm>
          <a:prstGeom prst="rect">
            <a:avLst/>
          </a:prstGeom>
          <a:noFill/>
          <a:ln w="9525">
            <a:noFill/>
            <a:miter lim="800000"/>
            <a:headEnd/>
            <a:tailEnd/>
          </a:ln>
          <a:effectLst/>
        </p:spPr>
      </p:pic>
      <p:pic>
        <p:nvPicPr>
          <p:cNvPr id="2050" name="Picture 2"/>
          <p:cNvPicPr>
            <a:picLocks noChangeAspect="1" noChangeArrowheads="1"/>
          </p:cNvPicPr>
          <p:nvPr/>
        </p:nvPicPr>
        <p:blipFill>
          <a:blip r:embed="rId3"/>
          <a:srcRect/>
          <a:stretch>
            <a:fillRect/>
          </a:stretch>
        </p:blipFill>
        <p:spPr bwMode="auto">
          <a:xfrm>
            <a:off x="1524000" y="4267200"/>
            <a:ext cx="6572015" cy="2133600"/>
          </a:xfrm>
          <a:prstGeom prst="rect">
            <a:avLst/>
          </a:prstGeom>
          <a:noFill/>
          <a:ln w="9525">
            <a:noFill/>
            <a:miter lim="800000"/>
            <a:headEnd/>
            <a:tailEnd/>
          </a:ln>
          <a:effectLst/>
        </p:spPr>
      </p:pic>
    </p:spTree>
  </p:cSld>
  <p:clrMapOvr>
    <a:masterClrMapping/>
  </p:clrMapOvr>
  <p:transition>
    <p:split dir="in"/>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5</a:t>
            </a:r>
            <a:r>
              <a:rPr lang="zh-CN" altLang="en-US" dirty="0" smtClean="0"/>
              <a:t>、</a:t>
            </a:r>
            <a:r>
              <a:rPr lang="en-US" altLang="zh-CN" dirty="0" err="1" smtClean="0"/>
              <a:t>GeoDatabase</a:t>
            </a:r>
            <a:r>
              <a:rPr lang="zh-CN" altLang="en-US" dirty="0" smtClean="0"/>
              <a:t>模型</a:t>
            </a:r>
            <a:endParaRPr lang="zh-CN" altLang="en-US" dirty="0"/>
          </a:p>
        </p:txBody>
      </p:sp>
      <p:sp>
        <p:nvSpPr>
          <p:cNvPr id="6" name="内容占位符 5"/>
          <p:cNvSpPr>
            <a:spLocks noGrp="1"/>
          </p:cNvSpPr>
          <p:nvPr>
            <p:ph idx="1"/>
          </p:nvPr>
        </p:nvSpPr>
        <p:spPr/>
        <p:txBody>
          <a:bodyPr/>
          <a:lstStyle/>
          <a:p>
            <a:r>
              <a:rPr lang="en-US" altLang="zh-CN" dirty="0" smtClean="0">
                <a:solidFill>
                  <a:schemeClr val="tx1"/>
                </a:solidFill>
                <a:latin typeface="+mj-lt"/>
                <a:ea typeface="黑体" pitchFamily="2" charset="-122"/>
              </a:rPr>
              <a:t>Coverage</a:t>
            </a:r>
          </a:p>
          <a:p>
            <a:pPr lvl="1"/>
            <a:r>
              <a:rPr lang="zh-CN" altLang="en-US" dirty="0" smtClean="0">
                <a:latin typeface="+mj-lt"/>
                <a:ea typeface="黑体" pitchFamily="2" charset="-122"/>
              </a:rPr>
              <a:t>进步：</a:t>
            </a:r>
            <a:r>
              <a:rPr lang="zh-CN" altLang="en-US" dirty="0" smtClean="0">
                <a:solidFill>
                  <a:schemeClr val="tx1"/>
                </a:solidFill>
                <a:latin typeface="+mj-lt"/>
                <a:ea typeface="黑体" pitchFamily="2" charset="-122"/>
              </a:rPr>
              <a:t>给与用户自定义特征表的能力，可以添加字段、建立外部数据库表。</a:t>
            </a:r>
            <a:endParaRPr lang="en-US" altLang="zh-CN" dirty="0" smtClean="0">
              <a:solidFill>
                <a:schemeClr val="tx1"/>
              </a:solidFill>
              <a:latin typeface="+mj-lt"/>
              <a:ea typeface="黑体" pitchFamily="2" charset="-122"/>
            </a:endParaRPr>
          </a:p>
          <a:p>
            <a:pPr lvl="1"/>
            <a:r>
              <a:rPr lang="zh-CN" altLang="en-US" dirty="0" smtClean="0">
                <a:solidFill>
                  <a:schemeClr val="tx1"/>
                </a:solidFill>
                <a:latin typeface="+mj-lt"/>
                <a:ea typeface="黑体" pitchFamily="2" charset="-122"/>
              </a:rPr>
              <a:t>局限：</a:t>
            </a:r>
            <a:endParaRPr lang="en-US" altLang="zh-CN" dirty="0" smtClean="0">
              <a:solidFill>
                <a:schemeClr val="tx1"/>
              </a:solidFill>
              <a:latin typeface="+mj-lt"/>
              <a:ea typeface="黑体" pitchFamily="2" charset="-122"/>
            </a:endParaRPr>
          </a:p>
          <a:p>
            <a:pPr lvl="2"/>
            <a:r>
              <a:rPr lang="zh-CN" altLang="en-US" dirty="0" smtClean="0">
                <a:solidFill>
                  <a:schemeClr val="tx1"/>
                </a:solidFill>
                <a:latin typeface="+mj-lt"/>
                <a:ea typeface="黑体" pitchFamily="2" charset="-122"/>
              </a:rPr>
              <a:t>要素由同样的点、线、多边形集合聚合而成。这些点、线、多边形表达一般的行为。代表一条道路的线的行为和代表河流的线的行为是一致的。</a:t>
            </a:r>
            <a:endParaRPr lang="en-US" altLang="zh-CN" dirty="0" smtClean="0">
              <a:solidFill>
                <a:schemeClr val="tx1"/>
              </a:solidFill>
              <a:latin typeface="+mj-lt"/>
              <a:ea typeface="黑体" pitchFamily="2" charset="-122"/>
            </a:endParaRPr>
          </a:p>
          <a:p>
            <a:pPr lvl="1"/>
            <a:r>
              <a:rPr lang="zh-CN" altLang="en-US" dirty="0" smtClean="0">
                <a:solidFill>
                  <a:schemeClr val="tx1"/>
                </a:solidFill>
                <a:latin typeface="+mj-lt"/>
                <a:ea typeface="黑体" pitchFamily="2" charset="-122"/>
              </a:rPr>
              <a:t>可以通过</a:t>
            </a:r>
            <a:r>
              <a:rPr lang="en-US" altLang="zh-CN" dirty="0" smtClean="0">
                <a:solidFill>
                  <a:schemeClr val="tx1"/>
                </a:solidFill>
                <a:latin typeface="+mj-lt"/>
                <a:ea typeface="黑体" pitchFamily="2" charset="-122"/>
              </a:rPr>
              <a:t>AML</a:t>
            </a:r>
            <a:r>
              <a:rPr lang="zh-CN" altLang="en-US" dirty="0" smtClean="0">
                <a:solidFill>
                  <a:schemeClr val="tx1"/>
                </a:solidFill>
                <a:latin typeface="+mj-lt"/>
                <a:ea typeface="黑体" pitchFamily="2" charset="-122"/>
              </a:rPr>
              <a:t>代码来为要素加入行为，但要保持要素与应用代码的同步比较难。</a:t>
            </a:r>
            <a:endParaRPr lang="en-US" altLang="zh-CN" dirty="0" smtClean="0">
              <a:solidFill>
                <a:schemeClr val="tx1"/>
              </a:solidFill>
              <a:latin typeface="+mj-lt"/>
              <a:ea typeface="黑体" pitchFamily="2" charset="-122"/>
            </a:endParaRPr>
          </a:p>
          <a:p>
            <a:pPr lvl="1"/>
            <a:endParaRPr lang="en-US" altLang="zh-CN" dirty="0" smtClean="0">
              <a:solidFill>
                <a:schemeClr val="tx1"/>
              </a:solidFill>
              <a:latin typeface="+mj-lt"/>
              <a:ea typeface="黑体" pitchFamily="2" charset="-122"/>
            </a:endParaRPr>
          </a:p>
          <a:p>
            <a:pPr lvl="1">
              <a:buNone/>
            </a:pPr>
            <a:endParaRPr lang="en-US" altLang="zh-CN" dirty="0" smtClean="0">
              <a:solidFill>
                <a:schemeClr val="tx1"/>
              </a:solidFill>
              <a:latin typeface="+mj-lt"/>
              <a:ea typeface="黑体" pitchFamily="2" charset="-122"/>
            </a:endParaRPr>
          </a:p>
          <a:p>
            <a:endParaRPr lang="en-US" altLang="zh-CN" dirty="0" smtClean="0">
              <a:solidFill>
                <a:schemeClr val="tx1"/>
              </a:solidFill>
              <a:latin typeface="+mj-lt"/>
              <a:ea typeface="黑体" pitchFamily="2" charset="-122"/>
            </a:endParaRPr>
          </a:p>
          <a:p>
            <a:pPr lvl="1"/>
            <a:endParaRPr lang="en-US" altLang="zh-CN" dirty="0" smtClean="0">
              <a:solidFill>
                <a:schemeClr val="tx1"/>
              </a:solidFill>
              <a:ea typeface="黑体" pitchFamily="2" charset="-122"/>
            </a:endParaRPr>
          </a:p>
        </p:txBody>
      </p:sp>
      <p:sp>
        <p:nvSpPr>
          <p:cNvPr id="7" name="Line 95"/>
          <p:cNvSpPr>
            <a:spLocks noChangeShapeType="1"/>
          </p:cNvSpPr>
          <p:nvPr/>
        </p:nvSpPr>
        <p:spPr bwMode="auto">
          <a:xfrm>
            <a:off x="457200" y="1219200"/>
            <a:ext cx="7524000" cy="0"/>
          </a:xfrm>
          <a:prstGeom prst="line">
            <a:avLst/>
          </a:prstGeom>
          <a:noFill/>
          <a:ln w="88900" cmpd="thinThick">
            <a:solidFill>
              <a:srgbClr val="9294C0"/>
            </a:solidFill>
            <a:round/>
            <a:headEnd/>
            <a:tailEnd/>
          </a:ln>
          <a:effectLst/>
        </p:spPr>
        <p:txBody>
          <a:bodyPr wrap="none" anchor="ctr"/>
          <a:lstStyle/>
          <a:p>
            <a:endParaRPr lang="zh-CN" altLang="en-US"/>
          </a:p>
        </p:txBody>
      </p:sp>
      <p:sp>
        <p:nvSpPr>
          <p:cNvPr id="9" name="圆角右箭头 8"/>
          <p:cNvSpPr/>
          <p:nvPr/>
        </p:nvSpPr>
        <p:spPr bwMode="auto">
          <a:xfrm>
            <a:off x="3124200" y="5257800"/>
            <a:ext cx="990600" cy="381000"/>
          </a:xfrm>
          <a:prstGeom prst="bentArrow">
            <a:avLst/>
          </a:prstGeom>
          <a:solidFill>
            <a:schemeClr val="accent1"/>
          </a:solidFill>
          <a:ln w="9525" cap="flat" cmpd="sng" algn="ctr">
            <a:noFill/>
            <a:prstDash val="solid"/>
            <a:round/>
            <a:headEnd type="none" w="med" len="med"/>
            <a:tailEnd type="none" w="med" len="med"/>
          </a:ln>
          <a:effectLst/>
          <a:scene3d>
            <a:camera prst="orthographicFront">
              <a:rot lat="5400000" lon="0" rev="0"/>
            </a:camera>
            <a:lightRig rig="threePt" dir="t"/>
          </a:scene3d>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smtClean="0">
              <a:ln>
                <a:noFill/>
              </a:ln>
              <a:solidFill>
                <a:schemeClr val="tx1"/>
              </a:solidFill>
              <a:effectLst/>
              <a:latin typeface="Arial" pitchFamily="34" charset="0"/>
            </a:endParaRPr>
          </a:p>
        </p:txBody>
      </p:sp>
      <p:sp>
        <p:nvSpPr>
          <p:cNvPr id="13" name="灯片编号占位符 12"/>
          <p:cNvSpPr>
            <a:spLocks noGrp="1"/>
          </p:cNvSpPr>
          <p:nvPr>
            <p:ph type="sldNum" sz="quarter" idx="12"/>
          </p:nvPr>
        </p:nvSpPr>
        <p:spPr/>
        <p:txBody>
          <a:bodyPr/>
          <a:lstStyle/>
          <a:p>
            <a:fld id="{AE60A1FF-8927-450B-A360-23049E3230E2}" type="slidenum">
              <a:rPr lang="zh-CN" altLang="en-US" smtClean="0"/>
              <a:pPr/>
              <a:t>7</a:t>
            </a:fld>
            <a:endParaRPr lang="en-US" altLang="zh-CN"/>
          </a:p>
        </p:txBody>
      </p:sp>
      <p:pic>
        <p:nvPicPr>
          <p:cNvPr id="10" name="内容占位符 6" descr="师大图标.png"/>
          <p:cNvPicPr>
            <a:picLocks noChangeAspect="1"/>
          </p:cNvPicPr>
          <p:nvPr/>
        </p:nvPicPr>
        <p:blipFill>
          <a:blip r:embed="rId2"/>
          <a:stretch>
            <a:fillRect/>
          </a:stretch>
        </p:blipFill>
        <p:spPr bwMode="auto">
          <a:xfrm>
            <a:off x="838200" y="343000"/>
            <a:ext cx="800000" cy="800000"/>
          </a:xfrm>
          <a:prstGeom prst="rect">
            <a:avLst/>
          </a:prstGeom>
          <a:noFill/>
          <a:ln w="9525">
            <a:noFill/>
            <a:miter lim="800000"/>
            <a:headEnd/>
            <a:tailEnd/>
          </a:ln>
          <a:effectLst/>
        </p:spPr>
      </p:pic>
    </p:spTree>
  </p:cSld>
  <p:clrMapOvr>
    <a:masterClrMapping/>
  </p:clrMapOvr>
  <p:transition>
    <p:split dir="in"/>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5</a:t>
            </a:r>
            <a:r>
              <a:rPr lang="zh-CN" altLang="en-US" dirty="0" smtClean="0"/>
              <a:t>、</a:t>
            </a:r>
            <a:r>
              <a:rPr lang="en-US" altLang="zh-CN" dirty="0" err="1" smtClean="0"/>
              <a:t>GeoDatabase</a:t>
            </a:r>
            <a:r>
              <a:rPr lang="zh-CN" altLang="en-US" dirty="0" smtClean="0"/>
              <a:t>模型</a:t>
            </a:r>
            <a:endParaRPr lang="zh-CN" altLang="en-US" dirty="0"/>
          </a:p>
        </p:txBody>
      </p:sp>
      <p:sp>
        <p:nvSpPr>
          <p:cNvPr id="6" name="内容占位符 5"/>
          <p:cNvSpPr>
            <a:spLocks noGrp="1"/>
          </p:cNvSpPr>
          <p:nvPr>
            <p:ph idx="1"/>
          </p:nvPr>
        </p:nvSpPr>
        <p:spPr/>
        <p:txBody>
          <a:bodyPr/>
          <a:lstStyle/>
          <a:p>
            <a:r>
              <a:rPr lang="en-US" altLang="zh-CN" dirty="0" err="1" smtClean="0">
                <a:solidFill>
                  <a:schemeClr val="tx1"/>
                </a:solidFill>
                <a:latin typeface="+mj-lt"/>
                <a:ea typeface="黑体" pitchFamily="2" charset="-122"/>
              </a:rPr>
              <a:t>Geodatabase</a:t>
            </a:r>
            <a:r>
              <a:rPr lang="zh-CN" altLang="en-US" dirty="0" smtClean="0">
                <a:solidFill>
                  <a:schemeClr val="tx1"/>
                </a:solidFill>
                <a:latin typeface="+mj-lt"/>
                <a:ea typeface="黑体" pitchFamily="2" charset="-122"/>
              </a:rPr>
              <a:t>数据模型</a:t>
            </a:r>
            <a:endParaRPr lang="en-US" altLang="zh-CN" dirty="0" smtClean="0">
              <a:solidFill>
                <a:schemeClr val="tx1"/>
              </a:solidFill>
              <a:latin typeface="+mj-lt"/>
              <a:ea typeface="黑体" pitchFamily="2" charset="-122"/>
            </a:endParaRPr>
          </a:p>
          <a:p>
            <a:pPr lvl="1"/>
            <a:r>
              <a:rPr lang="zh-CN" altLang="en-US" dirty="0" smtClean="0">
                <a:latin typeface="+mj-lt"/>
                <a:ea typeface="黑体" pitchFamily="2" charset="-122"/>
              </a:rPr>
              <a:t>随</a:t>
            </a:r>
            <a:r>
              <a:rPr lang="en-US" altLang="zh-CN" dirty="0" smtClean="0">
                <a:latin typeface="+mj-lt"/>
                <a:ea typeface="黑体" pitchFamily="2" charset="-122"/>
              </a:rPr>
              <a:t>ArcInfo8</a:t>
            </a:r>
            <a:r>
              <a:rPr lang="zh-CN" altLang="en-US" dirty="0" smtClean="0">
                <a:latin typeface="+mj-lt"/>
                <a:ea typeface="黑体" pitchFamily="2" charset="-122"/>
              </a:rPr>
              <a:t>推出的面向对象数据模型</a:t>
            </a:r>
            <a:endParaRPr lang="en-US" altLang="zh-CN" dirty="0" smtClean="0">
              <a:latin typeface="+mj-lt"/>
              <a:ea typeface="黑体" pitchFamily="2" charset="-122"/>
            </a:endParaRPr>
          </a:p>
          <a:p>
            <a:pPr lvl="1"/>
            <a:r>
              <a:rPr lang="zh-CN" altLang="en-US" dirty="0" smtClean="0">
                <a:solidFill>
                  <a:schemeClr val="tx1"/>
                </a:solidFill>
                <a:latin typeface="+mj-lt"/>
                <a:ea typeface="黑体" pitchFamily="2" charset="-122"/>
              </a:rPr>
              <a:t>目的是使得</a:t>
            </a:r>
            <a:r>
              <a:rPr lang="en-US" altLang="zh-CN" dirty="0" smtClean="0">
                <a:solidFill>
                  <a:schemeClr val="tx1"/>
                </a:solidFill>
                <a:latin typeface="+mj-lt"/>
                <a:ea typeface="黑体" pitchFamily="2" charset="-122"/>
              </a:rPr>
              <a:t>GIS</a:t>
            </a:r>
            <a:r>
              <a:rPr lang="zh-CN" altLang="en-US" dirty="0" smtClean="0">
                <a:solidFill>
                  <a:schemeClr val="tx1"/>
                </a:solidFill>
                <a:latin typeface="+mj-lt"/>
                <a:ea typeface="黑体" pitchFamily="2" charset="-122"/>
              </a:rPr>
              <a:t>数据集中的要素更加智能化，方法就是赋予他们的自然行为以及允许定义要素之间的任意关系。</a:t>
            </a:r>
            <a:endParaRPr lang="en-US" altLang="zh-CN" dirty="0" smtClean="0">
              <a:solidFill>
                <a:schemeClr val="tx1"/>
              </a:solidFill>
              <a:latin typeface="+mj-lt"/>
              <a:ea typeface="黑体" pitchFamily="2" charset="-122"/>
            </a:endParaRPr>
          </a:p>
          <a:p>
            <a:pPr lvl="1"/>
            <a:r>
              <a:rPr lang="zh-CN" altLang="en-US" dirty="0" smtClean="0">
                <a:latin typeface="+mj-lt"/>
                <a:ea typeface="黑体" pitchFamily="2" charset="-122"/>
              </a:rPr>
              <a:t>使得物理数据模型与逻辑数据模型更加接近</a:t>
            </a:r>
            <a:endParaRPr lang="en-US" altLang="zh-CN" dirty="0" smtClean="0">
              <a:latin typeface="+mj-lt"/>
              <a:ea typeface="黑体" pitchFamily="2" charset="-122"/>
            </a:endParaRPr>
          </a:p>
          <a:p>
            <a:pPr lvl="1"/>
            <a:r>
              <a:rPr lang="zh-CN" altLang="en-US" dirty="0" smtClean="0">
                <a:solidFill>
                  <a:schemeClr val="tx1"/>
                </a:solidFill>
                <a:latin typeface="+mj-lt"/>
                <a:ea typeface="黑体" pitchFamily="2" charset="-122"/>
              </a:rPr>
              <a:t>可以实现自定义行为（使用域、验证规则和其他函数实现）</a:t>
            </a:r>
            <a:endParaRPr lang="en-US" altLang="zh-CN" dirty="0" smtClean="0">
              <a:solidFill>
                <a:schemeClr val="tx1"/>
              </a:solidFill>
              <a:latin typeface="+mj-lt"/>
              <a:ea typeface="黑体" pitchFamily="2" charset="-122"/>
            </a:endParaRPr>
          </a:p>
          <a:p>
            <a:pPr lvl="1"/>
            <a:endParaRPr lang="en-US" altLang="zh-CN" dirty="0" smtClean="0">
              <a:solidFill>
                <a:schemeClr val="tx1"/>
              </a:solidFill>
              <a:latin typeface="+mj-lt"/>
              <a:ea typeface="黑体" pitchFamily="2" charset="-122"/>
            </a:endParaRPr>
          </a:p>
          <a:p>
            <a:pPr lvl="1">
              <a:buNone/>
            </a:pPr>
            <a:endParaRPr lang="en-US" altLang="zh-CN" dirty="0" smtClean="0">
              <a:solidFill>
                <a:schemeClr val="tx1"/>
              </a:solidFill>
              <a:latin typeface="+mj-lt"/>
              <a:ea typeface="黑体" pitchFamily="2" charset="-122"/>
            </a:endParaRPr>
          </a:p>
          <a:p>
            <a:endParaRPr lang="en-US" altLang="zh-CN" dirty="0" smtClean="0">
              <a:solidFill>
                <a:schemeClr val="tx1"/>
              </a:solidFill>
              <a:latin typeface="+mj-lt"/>
              <a:ea typeface="黑体" pitchFamily="2" charset="-122"/>
            </a:endParaRPr>
          </a:p>
          <a:p>
            <a:pPr lvl="1"/>
            <a:endParaRPr lang="en-US" altLang="zh-CN" dirty="0" smtClean="0">
              <a:solidFill>
                <a:schemeClr val="tx1"/>
              </a:solidFill>
              <a:ea typeface="黑体" pitchFamily="2" charset="-122"/>
            </a:endParaRPr>
          </a:p>
        </p:txBody>
      </p:sp>
      <p:sp>
        <p:nvSpPr>
          <p:cNvPr id="7" name="Line 95"/>
          <p:cNvSpPr>
            <a:spLocks noChangeShapeType="1"/>
          </p:cNvSpPr>
          <p:nvPr/>
        </p:nvSpPr>
        <p:spPr bwMode="auto">
          <a:xfrm>
            <a:off x="457200" y="1219200"/>
            <a:ext cx="7524000" cy="0"/>
          </a:xfrm>
          <a:prstGeom prst="line">
            <a:avLst/>
          </a:prstGeom>
          <a:noFill/>
          <a:ln w="88900" cmpd="thinThick">
            <a:solidFill>
              <a:srgbClr val="9294C0"/>
            </a:solidFill>
            <a:round/>
            <a:headEnd/>
            <a:tailEnd/>
          </a:ln>
          <a:effectLst/>
        </p:spPr>
        <p:txBody>
          <a:bodyPr wrap="none" anchor="ctr"/>
          <a:lstStyle/>
          <a:p>
            <a:endParaRPr lang="zh-CN" altLang="en-US"/>
          </a:p>
        </p:txBody>
      </p:sp>
      <p:sp>
        <p:nvSpPr>
          <p:cNvPr id="9" name="圆角右箭头 8"/>
          <p:cNvSpPr/>
          <p:nvPr/>
        </p:nvSpPr>
        <p:spPr bwMode="auto">
          <a:xfrm>
            <a:off x="3124200" y="5257800"/>
            <a:ext cx="990600" cy="381000"/>
          </a:xfrm>
          <a:prstGeom prst="bentArrow">
            <a:avLst/>
          </a:prstGeom>
          <a:solidFill>
            <a:schemeClr val="accent1"/>
          </a:solidFill>
          <a:ln w="9525" cap="flat" cmpd="sng" algn="ctr">
            <a:noFill/>
            <a:prstDash val="solid"/>
            <a:round/>
            <a:headEnd type="none" w="med" len="med"/>
            <a:tailEnd type="none" w="med" len="med"/>
          </a:ln>
          <a:effectLst/>
          <a:scene3d>
            <a:camera prst="orthographicFront">
              <a:rot lat="5400000" lon="0" rev="0"/>
            </a:camera>
            <a:lightRig rig="threePt" dir="t"/>
          </a:scene3d>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smtClean="0">
              <a:ln>
                <a:noFill/>
              </a:ln>
              <a:solidFill>
                <a:schemeClr val="tx1"/>
              </a:solidFill>
              <a:effectLst/>
              <a:latin typeface="Arial" pitchFamily="34" charset="0"/>
            </a:endParaRPr>
          </a:p>
        </p:txBody>
      </p:sp>
      <p:sp>
        <p:nvSpPr>
          <p:cNvPr id="13" name="灯片编号占位符 12"/>
          <p:cNvSpPr>
            <a:spLocks noGrp="1"/>
          </p:cNvSpPr>
          <p:nvPr>
            <p:ph type="sldNum" sz="quarter" idx="12"/>
          </p:nvPr>
        </p:nvSpPr>
        <p:spPr/>
        <p:txBody>
          <a:bodyPr/>
          <a:lstStyle/>
          <a:p>
            <a:fld id="{AE60A1FF-8927-450B-A360-23049E3230E2}" type="slidenum">
              <a:rPr lang="zh-CN" altLang="en-US" smtClean="0"/>
              <a:pPr/>
              <a:t>8</a:t>
            </a:fld>
            <a:endParaRPr lang="en-US" altLang="zh-CN"/>
          </a:p>
        </p:txBody>
      </p:sp>
      <p:pic>
        <p:nvPicPr>
          <p:cNvPr id="10" name="内容占位符 6" descr="师大图标.png"/>
          <p:cNvPicPr>
            <a:picLocks noChangeAspect="1"/>
          </p:cNvPicPr>
          <p:nvPr/>
        </p:nvPicPr>
        <p:blipFill>
          <a:blip r:embed="rId2"/>
          <a:stretch>
            <a:fillRect/>
          </a:stretch>
        </p:blipFill>
        <p:spPr bwMode="auto">
          <a:xfrm>
            <a:off x="838200" y="343000"/>
            <a:ext cx="800000" cy="800000"/>
          </a:xfrm>
          <a:prstGeom prst="rect">
            <a:avLst/>
          </a:prstGeom>
          <a:noFill/>
          <a:ln w="9525">
            <a:noFill/>
            <a:miter lim="800000"/>
            <a:headEnd/>
            <a:tailEnd/>
          </a:ln>
          <a:effectLst/>
        </p:spPr>
      </p:pic>
      <p:pic>
        <p:nvPicPr>
          <p:cNvPr id="3074" name="Picture 2"/>
          <p:cNvPicPr>
            <a:picLocks noChangeAspect="1" noChangeArrowheads="1"/>
          </p:cNvPicPr>
          <p:nvPr/>
        </p:nvPicPr>
        <p:blipFill>
          <a:blip r:embed="rId3"/>
          <a:srcRect/>
          <a:stretch>
            <a:fillRect/>
          </a:stretch>
        </p:blipFill>
        <p:spPr bwMode="auto">
          <a:xfrm>
            <a:off x="228601" y="4267200"/>
            <a:ext cx="5867400" cy="1983608"/>
          </a:xfrm>
          <a:prstGeom prst="rect">
            <a:avLst/>
          </a:prstGeom>
          <a:noFill/>
          <a:ln w="9525">
            <a:noFill/>
            <a:miter lim="800000"/>
            <a:headEnd/>
            <a:tailEnd/>
          </a:ln>
          <a:effectLst/>
        </p:spPr>
      </p:pic>
      <p:pic>
        <p:nvPicPr>
          <p:cNvPr id="3075" name="Picture 3"/>
          <p:cNvPicPr>
            <a:picLocks noChangeAspect="1" noChangeArrowheads="1"/>
          </p:cNvPicPr>
          <p:nvPr/>
        </p:nvPicPr>
        <p:blipFill>
          <a:blip r:embed="rId4"/>
          <a:srcRect/>
          <a:stretch>
            <a:fillRect/>
          </a:stretch>
        </p:blipFill>
        <p:spPr bwMode="auto">
          <a:xfrm>
            <a:off x="6324599" y="4267200"/>
            <a:ext cx="2718391" cy="1981200"/>
          </a:xfrm>
          <a:prstGeom prst="rect">
            <a:avLst/>
          </a:prstGeom>
          <a:noFill/>
          <a:ln w="9525">
            <a:noFill/>
            <a:miter lim="800000"/>
            <a:headEnd/>
            <a:tailEnd/>
          </a:ln>
          <a:effectLst/>
        </p:spPr>
      </p:pic>
    </p:spTree>
  </p:cSld>
  <p:clrMapOvr>
    <a:masterClrMapping/>
  </p:clrMapOvr>
  <p:transition>
    <p:split dir="in"/>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5</a:t>
            </a:r>
            <a:r>
              <a:rPr lang="zh-CN" altLang="en-US" dirty="0" smtClean="0"/>
              <a:t>、</a:t>
            </a:r>
            <a:r>
              <a:rPr lang="en-US" altLang="zh-CN" dirty="0" err="1" smtClean="0"/>
              <a:t>GeoDatabase</a:t>
            </a:r>
            <a:r>
              <a:rPr lang="zh-CN" altLang="en-US" dirty="0" smtClean="0"/>
              <a:t>模型</a:t>
            </a:r>
            <a:endParaRPr lang="zh-CN" altLang="en-US" dirty="0"/>
          </a:p>
        </p:txBody>
      </p:sp>
      <p:sp>
        <p:nvSpPr>
          <p:cNvPr id="6" name="内容占位符 5"/>
          <p:cNvSpPr>
            <a:spLocks noGrp="1"/>
          </p:cNvSpPr>
          <p:nvPr>
            <p:ph idx="1"/>
          </p:nvPr>
        </p:nvSpPr>
        <p:spPr/>
        <p:txBody>
          <a:bodyPr/>
          <a:lstStyle/>
          <a:p>
            <a:r>
              <a:rPr lang="zh-CN" altLang="en-US" dirty="0" smtClean="0">
                <a:solidFill>
                  <a:schemeClr val="tx1"/>
                </a:solidFill>
                <a:latin typeface="+mj-lt"/>
                <a:ea typeface="黑体" pitchFamily="2" charset="-122"/>
              </a:rPr>
              <a:t>要素间的关系</a:t>
            </a:r>
            <a:endParaRPr lang="en-US" altLang="zh-CN" dirty="0" smtClean="0">
              <a:solidFill>
                <a:schemeClr val="tx1"/>
              </a:solidFill>
              <a:latin typeface="+mj-lt"/>
              <a:ea typeface="黑体" pitchFamily="2" charset="-122"/>
            </a:endParaRPr>
          </a:p>
          <a:p>
            <a:pPr lvl="1"/>
            <a:r>
              <a:rPr lang="zh-CN" altLang="en-US" dirty="0" smtClean="0">
                <a:solidFill>
                  <a:schemeClr val="tx1"/>
                </a:solidFill>
                <a:latin typeface="+mj-lt"/>
                <a:ea typeface="黑体" pitchFamily="2" charset="-122"/>
              </a:rPr>
              <a:t>地球上所有物体都与其他物体有关系</a:t>
            </a:r>
            <a:endParaRPr lang="en-US" altLang="zh-CN" dirty="0" smtClean="0">
              <a:solidFill>
                <a:schemeClr val="tx1"/>
              </a:solidFill>
              <a:latin typeface="+mj-lt"/>
              <a:ea typeface="黑体" pitchFamily="2" charset="-122"/>
            </a:endParaRPr>
          </a:p>
          <a:p>
            <a:pPr lvl="2"/>
            <a:r>
              <a:rPr lang="zh-CN" altLang="en-US" dirty="0" smtClean="0">
                <a:latin typeface="+mj-lt"/>
                <a:ea typeface="黑体" pitchFamily="2" charset="-122"/>
              </a:rPr>
              <a:t>拓扑关系、空间关系、一般关系</a:t>
            </a:r>
            <a:endParaRPr lang="en-US" altLang="zh-CN" dirty="0" smtClean="0">
              <a:solidFill>
                <a:schemeClr val="tx1"/>
              </a:solidFill>
              <a:latin typeface="+mj-lt"/>
              <a:ea typeface="黑体" pitchFamily="2" charset="-122"/>
            </a:endParaRPr>
          </a:p>
          <a:p>
            <a:pPr lvl="1">
              <a:buNone/>
            </a:pPr>
            <a:endParaRPr lang="en-US" altLang="zh-CN" dirty="0" smtClean="0">
              <a:solidFill>
                <a:schemeClr val="tx1"/>
              </a:solidFill>
              <a:latin typeface="+mj-lt"/>
              <a:ea typeface="黑体" pitchFamily="2" charset="-122"/>
            </a:endParaRPr>
          </a:p>
          <a:p>
            <a:endParaRPr lang="en-US" altLang="zh-CN" dirty="0" smtClean="0">
              <a:solidFill>
                <a:schemeClr val="tx1"/>
              </a:solidFill>
              <a:latin typeface="+mj-lt"/>
              <a:ea typeface="黑体" pitchFamily="2" charset="-122"/>
            </a:endParaRPr>
          </a:p>
          <a:p>
            <a:pPr lvl="1"/>
            <a:endParaRPr lang="en-US" altLang="zh-CN" dirty="0" smtClean="0">
              <a:solidFill>
                <a:schemeClr val="tx1"/>
              </a:solidFill>
              <a:ea typeface="黑体" pitchFamily="2" charset="-122"/>
            </a:endParaRPr>
          </a:p>
        </p:txBody>
      </p:sp>
      <p:sp>
        <p:nvSpPr>
          <p:cNvPr id="7" name="Line 95"/>
          <p:cNvSpPr>
            <a:spLocks noChangeShapeType="1"/>
          </p:cNvSpPr>
          <p:nvPr/>
        </p:nvSpPr>
        <p:spPr bwMode="auto">
          <a:xfrm>
            <a:off x="457200" y="1219200"/>
            <a:ext cx="7524000" cy="0"/>
          </a:xfrm>
          <a:prstGeom prst="line">
            <a:avLst/>
          </a:prstGeom>
          <a:noFill/>
          <a:ln w="88900" cmpd="thinThick">
            <a:solidFill>
              <a:srgbClr val="9294C0"/>
            </a:solidFill>
            <a:round/>
            <a:headEnd/>
            <a:tailEnd/>
          </a:ln>
          <a:effectLst/>
        </p:spPr>
        <p:txBody>
          <a:bodyPr wrap="none" anchor="ctr"/>
          <a:lstStyle/>
          <a:p>
            <a:endParaRPr lang="zh-CN" altLang="en-US"/>
          </a:p>
        </p:txBody>
      </p:sp>
      <p:sp>
        <p:nvSpPr>
          <p:cNvPr id="9" name="圆角右箭头 8"/>
          <p:cNvSpPr/>
          <p:nvPr/>
        </p:nvSpPr>
        <p:spPr bwMode="auto">
          <a:xfrm>
            <a:off x="3124200" y="5257800"/>
            <a:ext cx="990600" cy="381000"/>
          </a:xfrm>
          <a:prstGeom prst="bentArrow">
            <a:avLst/>
          </a:prstGeom>
          <a:solidFill>
            <a:schemeClr val="accent1"/>
          </a:solidFill>
          <a:ln w="9525" cap="flat" cmpd="sng" algn="ctr">
            <a:noFill/>
            <a:prstDash val="solid"/>
            <a:round/>
            <a:headEnd type="none" w="med" len="med"/>
            <a:tailEnd type="none" w="med" len="med"/>
          </a:ln>
          <a:effectLst/>
          <a:scene3d>
            <a:camera prst="orthographicFront">
              <a:rot lat="5400000" lon="0" rev="0"/>
            </a:camera>
            <a:lightRig rig="threePt" dir="t"/>
          </a:scene3d>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smtClean="0">
              <a:ln>
                <a:noFill/>
              </a:ln>
              <a:solidFill>
                <a:schemeClr val="tx1"/>
              </a:solidFill>
              <a:effectLst/>
              <a:latin typeface="Arial" pitchFamily="34" charset="0"/>
            </a:endParaRPr>
          </a:p>
        </p:txBody>
      </p:sp>
      <p:sp>
        <p:nvSpPr>
          <p:cNvPr id="13" name="灯片编号占位符 12"/>
          <p:cNvSpPr>
            <a:spLocks noGrp="1"/>
          </p:cNvSpPr>
          <p:nvPr>
            <p:ph type="sldNum" sz="quarter" idx="12"/>
          </p:nvPr>
        </p:nvSpPr>
        <p:spPr/>
        <p:txBody>
          <a:bodyPr/>
          <a:lstStyle/>
          <a:p>
            <a:fld id="{AE60A1FF-8927-450B-A360-23049E3230E2}" type="slidenum">
              <a:rPr lang="zh-CN" altLang="en-US" smtClean="0"/>
              <a:pPr/>
              <a:t>9</a:t>
            </a:fld>
            <a:endParaRPr lang="en-US" altLang="zh-CN"/>
          </a:p>
        </p:txBody>
      </p:sp>
      <p:pic>
        <p:nvPicPr>
          <p:cNvPr id="10" name="内容占位符 6" descr="师大图标.png"/>
          <p:cNvPicPr>
            <a:picLocks noChangeAspect="1"/>
          </p:cNvPicPr>
          <p:nvPr/>
        </p:nvPicPr>
        <p:blipFill>
          <a:blip r:embed="rId2"/>
          <a:stretch>
            <a:fillRect/>
          </a:stretch>
        </p:blipFill>
        <p:spPr bwMode="auto">
          <a:xfrm>
            <a:off x="838200" y="343000"/>
            <a:ext cx="800000" cy="800000"/>
          </a:xfrm>
          <a:prstGeom prst="rect">
            <a:avLst/>
          </a:prstGeom>
          <a:noFill/>
          <a:ln w="9525">
            <a:noFill/>
            <a:miter lim="800000"/>
            <a:headEnd/>
            <a:tailEnd/>
          </a:ln>
          <a:effectLst/>
        </p:spPr>
      </p:pic>
      <p:pic>
        <p:nvPicPr>
          <p:cNvPr id="4098" name="Picture 2"/>
          <p:cNvPicPr>
            <a:picLocks noChangeAspect="1" noChangeArrowheads="1"/>
          </p:cNvPicPr>
          <p:nvPr/>
        </p:nvPicPr>
        <p:blipFill>
          <a:blip r:embed="rId3"/>
          <a:srcRect/>
          <a:stretch>
            <a:fillRect/>
          </a:stretch>
        </p:blipFill>
        <p:spPr bwMode="auto">
          <a:xfrm>
            <a:off x="152400" y="2590800"/>
            <a:ext cx="4143375" cy="1504950"/>
          </a:xfrm>
          <a:prstGeom prst="rect">
            <a:avLst/>
          </a:prstGeom>
          <a:noFill/>
          <a:ln w="9525">
            <a:noFill/>
            <a:miter lim="800000"/>
            <a:headEnd/>
            <a:tailEnd/>
          </a:ln>
          <a:effectLst/>
        </p:spPr>
      </p:pic>
      <p:pic>
        <p:nvPicPr>
          <p:cNvPr id="4099" name="Picture 3"/>
          <p:cNvPicPr>
            <a:picLocks noChangeAspect="1" noChangeArrowheads="1"/>
          </p:cNvPicPr>
          <p:nvPr/>
        </p:nvPicPr>
        <p:blipFill>
          <a:blip r:embed="rId4"/>
          <a:srcRect/>
          <a:stretch>
            <a:fillRect/>
          </a:stretch>
        </p:blipFill>
        <p:spPr bwMode="auto">
          <a:xfrm>
            <a:off x="1066800" y="3962400"/>
            <a:ext cx="4314825" cy="1800225"/>
          </a:xfrm>
          <a:prstGeom prst="rect">
            <a:avLst/>
          </a:prstGeom>
          <a:noFill/>
          <a:ln w="9525">
            <a:noFill/>
            <a:miter lim="800000"/>
            <a:headEnd/>
            <a:tailEnd/>
          </a:ln>
          <a:effectLst/>
        </p:spPr>
      </p:pic>
      <p:pic>
        <p:nvPicPr>
          <p:cNvPr id="4100" name="Picture 4"/>
          <p:cNvPicPr>
            <a:picLocks noChangeAspect="1" noChangeArrowheads="1"/>
          </p:cNvPicPr>
          <p:nvPr/>
        </p:nvPicPr>
        <p:blipFill>
          <a:blip r:embed="rId5"/>
          <a:srcRect/>
          <a:stretch>
            <a:fillRect/>
          </a:stretch>
        </p:blipFill>
        <p:spPr bwMode="auto">
          <a:xfrm>
            <a:off x="4876800" y="5029200"/>
            <a:ext cx="4105275" cy="1600200"/>
          </a:xfrm>
          <a:prstGeom prst="rect">
            <a:avLst/>
          </a:prstGeom>
          <a:noFill/>
          <a:ln w="9525">
            <a:noFill/>
            <a:miter lim="800000"/>
            <a:headEnd/>
            <a:tailEnd/>
          </a:ln>
          <a:effectLst/>
        </p:spPr>
      </p:pic>
    </p:spTree>
  </p:cSld>
  <p:clrMapOvr>
    <a:masterClrMapping/>
  </p:clrMapOvr>
  <p:transition>
    <p:split dir="in"/>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srcRect/>
          <a:stretch>
            <a:fillRect/>
          </a:stretch>
        </p:blipFill>
        <p:spPr bwMode="auto">
          <a:xfrm>
            <a:off x="4572000" y="4234832"/>
            <a:ext cx="4572000" cy="2623168"/>
          </a:xfrm>
          <a:prstGeom prst="rect">
            <a:avLst/>
          </a:prstGeom>
          <a:noFill/>
          <a:ln w="9525">
            <a:noFill/>
            <a:miter lim="800000"/>
            <a:headEnd/>
            <a:tailEnd/>
          </a:ln>
          <a:effectLst/>
        </p:spPr>
      </p:pic>
      <p:sp>
        <p:nvSpPr>
          <p:cNvPr id="2" name="标题 1"/>
          <p:cNvSpPr>
            <a:spLocks noGrp="1"/>
          </p:cNvSpPr>
          <p:nvPr>
            <p:ph type="title"/>
          </p:nvPr>
        </p:nvSpPr>
        <p:spPr/>
        <p:txBody>
          <a:bodyPr/>
          <a:lstStyle/>
          <a:p>
            <a:r>
              <a:rPr lang="en-US" altLang="zh-CN" dirty="0" smtClean="0"/>
              <a:t>5</a:t>
            </a:r>
            <a:r>
              <a:rPr lang="zh-CN" altLang="en-US" dirty="0" smtClean="0"/>
              <a:t>、</a:t>
            </a:r>
            <a:r>
              <a:rPr lang="en-US" altLang="zh-CN" dirty="0" err="1" smtClean="0"/>
              <a:t>GeoDatabase</a:t>
            </a:r>
            <a:r>
              <a:rPr lang="zh-CN" altLang="en-US" dirty="0" smtClean="0"/>
              <a:t>模型</a:t>
            </a:r>
            <a:endParaRPr lang="zh-CN" altLang="en-US" dirty="0"/>
          </a:p>
        </p:txBody>
      </p:sp>
      <p:sp>
        <p:nvSpPr>
          <p:cNvPr id="6" name="内容占位符 5"/>
          <p:cNvSpPr>
            <a:spLocks noGrp="1"/>
          </p:cNvSpPr>
          <p:nvPr>
            <p:ph idx="1"/>
          </p:nvPr>
        </p:nvSpPr>
        <p:spPr/>
        <p:txBody>
          <a:bodyPr/>
          <a:lstStyle/>
          <a:p>
            <a:r>
              <a:rPr lang="en-US" altLang="zh-CN" dirty="0" err="1" smtClean="0">
                <a:solidFill>
                  <a:schemeClr val="tx1"/>
                </a:solidFill>
                <a:latin typeface="+mj-lt"/>
                <a:ea typeface="黑体" pitchFamily="2" charset="-122"/>
              </a:rPr>
              <a:t>Geodatabase</a:t>
            </a:r>
            <a:r>
              <a:rPr lang="zh-CN" altLang="en-US" dirty="0" smtClean="0">
                <a:solidFill>
                  <a:schemeClr val="tx1"/>
                </a:solidFill>
                <a:latin typeface="+mj-lt"/>
                <a:ea typeface="黑体" pitchFamily="2" charset="-122"/>
              </a:rPr>
              <a:t>优点</a:t>
            </a:r>
            <a:endParaRPr lang="en-US" altLang="zh-CN" dirty="0" smtClean="0">
              <a:solidFill>
                <a:schemeClr val="tx1"/>
              </a:solidFill>
              <a:latin typeface="+mj-lt"/>
              <a:ea typeface="黑体" pitchFamily="2" charset="-122"/>
            </a:endParaRPr>
          </a:p>
          <a:p>
            <a:pPr lvl="1"/>
            <a:r>
              <a:rPr lang="zh-CN" altLang="en-US" dirty="0" smtClean="0">
                <a:solidFill>
                  <a:schemeClr val="tx1"/>
                </a:solidFill>
                <a:latin typeface="+mj-lt"/>
                <a:ea typeface="黑体" pitchFamily="2" charset="-122"/>
              </a:rPr>
              <a:t>地理数据统一存储</a:t>
            </a:r>
            <a:endParaRPr lang="en-US" altLang="zh-CN" dirty="0" smtClean="0">
              <a:solidFill>
                <a:schemeClr val="tx1"/>
              </a:solidFill>
              <a:latin typeface="+mj-lt"/>
              <a:ea typeface="黑体" pitchFamily="2" charset="-122"/>
            </a:endParaRPr>
          </a:p>
          <a:p>
            <a:pPr lvl="1"/>
            <a:r>
              <a:rPr lang="zh-CN" altLang="en-US" dirty="0" smtClean="0">
                <a:latin typeface="+mj-lt"/>
                <a:ea typeface="黑体" pitchFamily="2" charset="-122"/>
              </a:rPr>
              <a:t>数据录入和编辑更加精确</a:t>
            </a:r>
            <a:endParaRPr lang="en-US" altLang="zh-CN" dirty="0" smtClean="0">
              <a:latin typeface="+mj-lt"/>
              <a:ea typeface="黑体" pitchFamily="2" charset="-122"/>
            </a:endParaRPr>
          </a:p>
          <a:p>
            <a:pPr lvl="1"/>
            <a:r>
              <a:rPr lang="zh-CN" altLang="en-US" dirty="0" smtClean="0">
                <a:latin typeface="+mj-lt"/>
                <a:ea typeface="黑体" pitchFamily="2" charset="-122"/>
              </a:rPr>
              <a:t>要素拥有更加丰富的背景信息（三种关系的加入）</a:t>
            </a:r>
            <a:endParaRPr lang="en-US" altLang="zh-CN" dirty="0" smtClean="0">
              <a:latin typeface="+mj-lt"/>
              <a:ea typeface="黑体" pitchFamily="2" charset="-122"/>
            </a:endParaRPr>
          </a:p>
          <a:p>
            <a:pPr lvl="1"/>
            <a:r>
              <a:rPr lang="zh-CN" altLang="en-US" dirty="0" smtClean="0">
                <a:solidFill>
                  <a:schemeClr val="tx1"/>
                </a:solidFill>
                <a:latin typeface="+mj-lt"/>
                <a:ea typeface="黑体" pitchFamily="2" charset="-122"/>
              </a:rPr>
              <a:t>制作优质地图</a:t>
            </a:r>
            <a:endParaRPr lang="en-US" altLang="zh-CN" dirty="0" smtClean="0">
              <a:solidFill>
                <a:schemeClr val="tx1"/>
              </a:solidFill>
              <a:latin typeface="+mj-lt"/>
              <a:ea typeface="黑体" pitchFamily="2" charset="-122"/>
            </a:endParaRPr>
          </a:p>
          <a:p>
            <a:pPr lvl="1"/>
            <a:r>
              <a:rPr lang="zh-CN" altLang="en-US" dirty="0" smtClean="0">
                <a:latin typeface="+mj-lt"/>
                <a:ea typeface="黑体" pitchFamily="2" charset="-122"/>
              </a:rPr>
              <a:t>动态显示地图上的要素（</a:t>
            </a:r>
            <a:r>
              <a:rPr lang="zh-CN" altLang="en-US" sz="2000" dirty="0" smtClean="0">
                <a:latin typeface="+mj-lt"/>
                <a:ea typeface="黑体" pitchFamily="2" charset="-122"/>
              </a:rPr>
              <a:t>对要素处理时，</a:t>
            </a:r>
            <a:r>
              <a:rPr lang="zh-CN" altLang="en-US" sz="2000" dirty="0" smtClean="0">
                <a:ea typeface="黑体" pitchFamily="2" charset="-122"/>
              </a:rPr>
              <a:t>邻接要素会对</a:t>
            </a:r>
            <a:r>
              <a:rPr lang="zh-CN" altLang="en-US" sz="2000" dirty="0" smtClean="0">
                <a:latin typeface="+mj-lt"/>
                <a:ea typeface="黑体" pitchFamily="2" charset="-122"/>
              </a:rPr>
              <a:t>这些要素的变化产生反应</a:t>
            </a:r>
            <a:r>
              <a:rPr lang="zh-CN" altLang="en-US" dirty="0" smtClean="0">
                <a:latin typeface="+mj-lt"/>
                <a:ea typeface="黑体" pitchFamily="2" charset="-122"/>
              </a:rPr>
              <a:t>）</a:t>
            </a:r>
            <a:endParaRPr lang="en-US" altLang="zh-CN" dirty="0" smtClean="0">
              <a:solidFill>
                <a:schemeClr val="tx1"/>
              </a:solidFill>
              <a:latin typeface="+mj-lt"/>
              <a:ea typeface="黑体" pitchFamily="2" charset="-122"/>
            </a:endParaRPr>
          </a:p>
          <a:p>
            <a:pPr lvl="1"/>
            <a:r>
              <a:rPr lang="zh-CN" altLang="en-US" dirty="0" smtClean="0">
                <a:solidFill>
                  <a:schemeClr val="tx1"/>
                </a:solidFill>
                <a:latin typeface="+mj-lt"/>
                <a:ea typeface="黑体" pitchFamily="2" charset="-122"/>
              </a:rPr>
              <a:t>定义了更好的要素外形（圆弧、贝塞尔曲线）</a:t>
            </a:r>
            <a:endParaRPr lang="en-US" altLang="zh-CN" dirty="0" smtClean="0">
              <a:solidFill>
                <a:schemeClr val="tx1"/>
              </a:solidFill>
              <a:latin typeface="+mj-lt"/>
              <a:ea typeface="黑体" pitchFamily="2" charset="-122"/>
            </a:endParaRPr>
          </a:p>
          <a:p>
            <a:pPr lvl="1"/>
            <a:r>
              <a:rPr lang="zh-CN" altLang="en-US" dirty="0" smtClean="0">
                <a:latin typeface="+mj-lt"/>
                <a:ea typeface="黑体" pitchFamily="2" charset="-122"/>
              </a:rPr>
              <a:t>要素集是连续的</a:t>
            </a:r>
            <a:endParaRPr lang="en-US" altLang="zh-CN" dirty="0" smtClean="0">
              <a:latin typeface="+mj-lt"/>
              <a:ea typeface="黑体" pitchFamily="2" charset="-122"/>
            </a:endParaRPr>
          </a:p>
          <a:p>
            <a:pPr lvl="1"/>
            <a:r>
              <a:rPr lang="zh-CN" altLang="en-US" dirty="0" smtClean="0">
                <a:solidFill>
                  <a:schemeClr val="tx1"/>
                </a:solidFill>
                <a:latin typeface="+mj-lt"/>
                <a:ea typeface="黑体" pitchFamily="2" charset="-122"/>
              </a:rPr>
              <a:t>多用户同时编辑数据库</a:t>
            </a:r>
            <a:endParaRPr lang="en-US" altLang="zh-CN" dirty="0" smtClean="0">
              <a:solidFill>
                <a:schemeClr val="tx1"/>
              </a:solidFill>
              <a:latin typeface="+mj-lt"/>
              <a:ea typeface="黑体" pitchFamily="2" charset="-122"/>
            </a:endParaRPr>
          </a:p>
          <a:p>
            <a:pPr lvl="1">
              <a:buNone/>
            </a:pPr>
            <a:endParaRPr lang="en-US" altLang="zh-CN" dirty="0" smtClean="0">
              <a:solidFill>
                <a:schemeClr val="tx1"/>
              </a:solidFill>
              <a:latin typeface="+mj-lt"/>
              <a:ea typeface="黑体" pitchFamily="2" charset="-122"/>
            </a:endParaRPr>
          </a:p>
          <a:p>
            <a:endParaRPr lang="en-US" altLang="zh-CN" dirty="0" smtClean="0">
              <a:solidFill>
                <a:schemeClr val="tx1"/>
              </a:solidFill>
              <a:latin typeface="+mj-lt"/>
              <a:ea typeface="黑体" pitchFamily="2" charset="-122"/>
            </a:endParaRPr>
          </a:p>
          <a:p>
            <a:pPr lvl="1"/>
            <a:endParaRPr lang="en-US" altLang="zh-CN" dirty="0" smtClean="0">
              <a:solidFill>
                <a:schemeClr val="tx1"/>
              </a:solidFill>
              <a:ea typeface="黑体" pitchFamily="2" charset="-122"/>
            </a:endParaRPr>
          </a:p>
        </p:txBody>
      </p:sp>
      <p:sp>
        <p:nvSpPr>
          <p:cNvPr id="7" name="Line 95"/>
          <p:cNvSpPr>
            <a:spLocks noChangeShapeType="1"/>
          </p:cNvSpPr>
          <p:nvPr/>
        </p:nvSpPr>
        <p:spPr bwMode="auto">
          <a:xfrm>
            <a:off x="457200" y="1219200"/>
            <a:ext cx="7524000" cy="0"/>
          </a:xfrm>
          <a:prstGeom prst="line">
            <a:avLst/>
          </a:prstGeom>
          <a:noFill/>
          <a:ln w="88900" cmpd="thinThick">
            <a:solidFill>
              <a:srgbClr val="9294C0"/>
            </a:solidFill>
            <a:round/>
            <a:headEnd/>
            <a:tailEnd/>
          </a:ln>
          <a:effectLst/>
        </p:spPr>
        <p:txBody>
          <a:bodyPr wrap="none" anchor="ctr"/>
          <a:lstStyle/>
          <a:p>
            <a:endParaRPr lang="zh-CN" altLang="en-US"/>
          </a:p>
        </p:txBody>
      </p:sp>
      <p:sp>
        <p:nvSpPr>
          <p:cNvPr id="9" name="圆角右箭头 8"/>
          <p:cNvSpPr/>
          <p:nvPr/>
        </p:nvSpPr>
        <p:spPr bwMode="auto">
          <a:xfrm>
            <a:off x="3124200" y="5257800"/>
            <a:ext cx="990600" cy="381000"/>
          </a:xfrm>
          <a:prstGeom prst="bentArrow">
            <a:avLst/>
          </a:prstGeom>
          <a:solidFill>
            <a:schemeClr val="accent1"/>
          </a:solidFill>
          <a:ln w="9525" cap="flat" cmpd="sng" algn="ctr">
            <a:noFill/>
            <a:prstDash val="solid"/>
            <a:round/>
            <a:headEnd type="none" w="med" len="med"/>
            <a:tailEnd type="none" w="med" len="med"/>
          </a:ln>
          <a:effectLst/>
          <a:scene3d>
            <a:camera prst="orthographicFront">
              <a:rot lat="5400000" lon="0" rev="0"/>
            </a:camera>
            <a:lightRig rig="threePt" dir="t"/>
          </a:scene3d>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smtClean="0">
              <a:ln>
                <a:noFill/>
              </a:ln>
              <a:solidFill>
                <a:schemeClr val="tx1"/>
              </a:solidFill>
              <a:effectLst/>
              <a:latin typeface="Arial" pitchFamily="34" charset="0"/>
            </a:endParaRPr>
          </a:p>
        </p:txBody>
      </p:sp>
      <p:sp>
        <p:nvSpPr>
          <p:cNvPr id="13" name="灯片编号占位符 12"/>
          <p:cNvSpPr>
            <a:spLocks noGrp="1"/>
          </p:cNvSpPr>
          <p:nvPr>
            <p:ph type="sldNum" sz="quarter" idx="12"/>
          </p:nvPr>
        </p:nvSpPr>
        <p:spPr/>
        <p:txBody>
          <a:bodyPr/>
          <a:lstStyle/>
          <a:p>
            <a:fld id="{AE60A1FF-8927-450B-A360-23049E3230E2}" type="slidenum">
              <a:rPr lang="zh-CN" altLang="en-US" smtClean="0"/>
              <a:pPr/>
              <a:t>10</a:t>
            </a:fld>
            <a:endParaRPr lang="en-US" altLang="zh-CN" dirty="0"/>
          </a:p>
        </p:txBody>
      </p:sp>
      <p:pic>
        <p:nvPicPr>
          <p:cNvPr id="10" name="内容占位符 6" descr="师大图标.png"/>
          <p:cNvPicPr>
            <a:picLocks noChangeAspect="1"/>
          </p:cNvPicPr>
          <p:nvPr/>
        </p:nvPicPr>
        <p:blipFill>
          <a:blip r:embed="rId3"/>
          <a:stretch>
            <a:fillRect/>
          </a:stretch>
        </p:blipFill>
        <p:spPr bwMode="auto">
          <a:xfrm>
            <a:off x="838200" y="343000"/>
            <a:ext cx="800000" cy="800000"/>
          </a:xfrm>
          <a:prstGeom prst="rect">
            <a:avLst/>
          </a:prstGeom>
          <a:noFill/>
          <a:ln w="9525">
            <a:noFill/>
            <a:miter lim="800000"/>
            <a:headEnd/>
            <a:tailEnd/>
          </a:ln>
          <a:effectLst/>
        </p:spPr>
      </p:pic>
    </p:spTree>
  </p:cSld>
  <p:clrMapOvr>
    <a:masterClrMapping/>
  </p:clrMapOvr>
  <p:transition>
    <p:split dir="in"/>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5</a:t>
            </a:r>
            <a:r>
              <a:rPr lang="zh-CN" altLang="en-US" dirty="0" smtClean="0"/>
              <a:t>、</a:t>
            </a:r>
            <a:r>
              <a:rPr lang="en-US" altLang="zh-CN" dirty="0" err="1" smtClean="0"/>
              <a:t>GeoDatabase</a:t>
            </a:r>
            <a:r>
              <a:rPr lang="zh-CN" altLang="en-US" dirty="0" smtClean="0"/>
              <a:t>模型</a:t>
            </a:r>
            <a:endParaRPr lang="zh-CN" altLang="en-US" dirty="0"/>
          </a:p>
        </p:txBody>
      </p:sp>
      <p:sp>
        <p:nvSpPr>
          <p:cNvPr id="6" name="内容占位符 5"/>
          <p:cNvSpPr>
            <a:spLocks noGrp="1"/>
          </p:cNvSpPr>
          <p:nvPr>
            <p:ph idx="1"/>
          </p:nvPr>
        </p:nvSpPr>
        <p:spPr/>
        <p:txBody>
          <a:bodyPr/>
          <a:lstStyle/>
          <a:p>
            <a:r>
              <a:rPr lang="en-US" altLang="zh-CN" dirty="0" err="1" smtClean="0">
                <a:solidFill>
                  <a:schemeClr val="tx1"/>
                </a:solidFill>
                <a:latin typeface="+mj-lt"/>
                <a:ea typeface="黑体" pitchFamily="2" charset="-122"/>
              </a:rPr>
              <a:t>Geodatabase</a:t>
            </a:r>
            <a:r>
              <a:rPr lang="zh-CN" altLang="en-US" dirty="0" smtClean="0">
                <a:solidFill>
                  <a:schemeClr val="tx1"/>
                </a:solidFill>
                <a:latin typeface="+mj-lt"/>
                <a:ea typeface="黑体" pitchFamily="2" charset="-122"/>
              </a:rPr>
              <a:t>可以包含四种地理数据表示</a:t>
            </a:r>
            <a:endParaRPr lang="en-US" altLang="zh-CN" dirty="0" smtClean="0">
              <a:solidFill>
                <a:schemeClr val="tx1"/>
              </a:solidFill>
              <a:latin typeface="+mj-lt"/>
              <a:ea typeface="黑体" pitchFamily="2" charset="-122"/>
            </a:endParaRPr>
          </a:p>
          <a:p>
            <a:pPr lvl="1"/>
            <a:r>
              <a:rPr lang="zh-CN" altLang="en-US" dirty="0" smtClean="0">
                <a:latin typeface="+mj-lt"/>
                <a:ea typeface="黑体" pitchFamily="2" charset="-122"/>
              </a:rPr>
              <a:t>矢量数据要素</a:t>
            </a:r>
            <a:endParaRPr lang="en-US" altLang="zh-CN" dirty="0" smtClean="0">
              <a:latin typeface="+mj-lt"/>
              <a:ea typeface="黑体" pitchFamily="2" charset="-122"/>
            </a:endParaRPr>
          </a:p>
          <a:p>
            <a:pPr lvl="1"/>
            <a:r>
              <a:rPr lang="zh-CN" altLang="en-US" dirty="0" smtClean="0">
                <a:solidFill>
                  <a:schemeClr val="tx1"/>
                </a:solidFill>
                <a:latin typeface="+mj-lt"/>
                <a:ea typeface="黑体" pitchFamily="2" charset="-122"/>
              </a:rPr>
              <a:t>栅格数据影像，格网化专题数据和表面</a:t>
            </a:r>
            <a:endParaRPr lang="en-US" altLang="zh-CN" dirty="0" smtClean="0">
              <a:solidFill>
                <a:schemeClr val="tx1"/>
              </a:solidFill>
              <a:latin typeface="+mj-lt"/>
              <a:ea typeface="黑体" pitchFamily="2" charset="-122"/>
            </a:endParaRPr>
          </a:p>
          <a:p>
            <a:pPr lvl="1"/>
            <a:r>
              <a:rPr lang="en-US" altLang="zh-CN" dirty="0" smtClean="0">
                <a:solidFill>
                  <a:schemeClr val="tx1"/>
                </a:solidFill>
                <a:latin typeface="+mj-lt"/>
                <a:ea typeface="黑体" pitchFamily="2" charset="-122"/>
              </a:rPr>
              <a:t>TIN</a:t>
            </a:r>
          </a:p>
          <a:p>
            <a:pPr lvl="1"/>
            <a:r>
              <a:rPr lang="zh-CN" altLang="en-US" dirty="0" smtClean="0">
                <a:solidFill>
                  <a:schemeClr val="tx1"/>
                </a:solidFill>
                <a:latin typeface="+mj-lt"/>
                <a:ea typeface="黑体" pitchFamily="2" charset="-122"/>
              </a:rPr>
              <a:t>地址和定位器（根据地址查找地理位置）</a:t>
            </a:r>
            <a:endParaRPr lang="en-US" altLang="zh-CN" dirty="0" smtClean="0">
              <a:solidFill>
                <a:schemeClr val="tx1"/>
              </a:solidFill>
              <a:latin typeface="+mj-lt"/>
              <a:ea typeface="黑体" pitchFamily="2" charset="-122"/>
            </a:endParaRPr>
          </a:p>
          <a:p>
            <a:pPr lvl="1">
              <a:buNone/>
            </a:pPr>
            <a:r>
              <a:rPr lang="zh-CN" altLang="en-US" dirty="0" smtClean="0">
                <a:solidFill>
                  <a:srgbClr val="FFFF00"/>
                </a:solidFill>
                <a:ea typeface="黑体" pitchFamily="2" charset="-122"/>
              </a:rPr>
              <a:t>可以在商用关系型数据库中存储着几种地理数据</a:t>
            </a:r>
            <a:endParaRPr lang="en-US" altLang="zh-CN" dirty="0" smtClean="0">
              <a:ea typeface="黑体" pitchFamily="2" charset="-122"/>
            </a:endParaRPr>
          </a:p>
          <a:p>
            <a:pPr lvl="1"/>
            <a:r>
              <a:rPr lang="en-US" altLang="zh-CN" dirty="0" smtClean="0">
                <a:latin typeface="+mj-lt"/>
                <a:ea typeface="黑体" pitchFamily="2" charset="-122"/>
              </a:rPr>
              <a:t>Oracle,SqlServer,Access,DB2….</a:t>
            </a:r>
          </a:p>
          <a:p>
            <a:pPr lvl="1">
              <a:buNone/>
            </a:pPr>
            <a:endParaRPr lang="en-US" altLang="zh-CN" dirty="0" smtClean="0">
              <a:solidFill>
                <a:schemeClr val="tx1"/>
              </a:solidFill>
              <a:latin typeface="+mj-lt"/>
              <a:ea typeface="黑体" pitchFamily="2" charset="-122"/>
            </a:endParaRPr>
          </a:p>
          <a:p>
            <a:pPr lvl="1">
              <a:buNone/>
            </a:pPr>
            <a:endParaRPr lang="en-US" altLang="zh-CN" dirty="0" smtClean="0">
              <a:solidFill>
                <a:schemeClr val="tx1"/>
              </a:solidFill>
              <a:latin typeface="+mj-lt"/>
              <a:ea typeface="黑体" pitchFamily="2" charset="-122"/>
            </a:endParaRPr>
          </a:p>
          <a:p>
            <a:endParaRPr lang="en-US" altLang="zh-CN" dirty="0" smtClean="0">
              <a:solidFill>
                <a:schemeClr val="tx1"/>
              </a:solidFill>
              <a:latin typeface="+mj-lt"/>
              <a:ea typeface="黑体" pitchFamily="2" charset="-122"/>
            </a:endParaRPr>
          </a:p>
          <a:p>
            <a:pPr lvl="1"/>
            <a:endParaRPr lang="en-US" altLang="zh-CN" dirty="0" smtClean="0">
              <a:solidFill>
                <a:schemeClr val="tx1"/>
              </a:solidFill>
              <a:ea typeface="黑体" pitchFamily="2" charset="-122"/>
            </a:endParaRPr>
          </a:p>
        </p:txBody>
      </p:sp>
      <p:sp>
        <p:nvSpPr>
          <p:cNvPr id="7" name="Line 95"/>
          <p:cNvSpPr>
            <a:spLocks noChangeShapeType="1"/>
          </p:cNvSpPr>
          <p:nvPr/>
        </p:nvSpPr>
        <p:spPr bwMode="auto">
          <a:xfrm>
            <a:off x="457200" y="1219200"/>
            <a:ext cx="7524000" cy="0"/>
          </a:xfrm>
          <a:prstGeom prst="line">
            <a:avLst/>
          </a:prstGeom>
          <a:noFill/>
          <a:ln w="88900" cmpd="thinThick">
            <a:solidFill>
              <a:srgbClr val="9294C0"/>
            </a:solidFill>
            <a:round/>
            <a:headEnd/>
            <a:tailEnd/>
          </a:ln>
          <a:effectLst/>
        </p:spPr>
        <p:txBody>
          <a:bodyPr wrap="none" anchor="ctr"/>
          <a:lstStyle/>
          <a:p>
            <a:endParaRPr lang="zh-CN" altLang="en-US"/>
          </a:p>
        </p:txBody>
      </p:sp>
      <p:sp>
        <p:nvSpPr>
          <p:cNvPr id="9" name="圆角右箭头 8"/>
          <p:cNvSpPr/>
          <p:nvPr/>
        </p:nvSpPr>
        <p:spPr bwMode="auto">
          <a:xfrm>
            <a:off x="3124200" y="5257800"/>
            <a:ext cx="990600" cy="381000"/>
          </a:xfrm>
          <a:prstGeom prst="bentArrow">
            <a:avLst/>
          </a:prstGeom>
          <a:solidFill>
            <a:schemeClr val="accent1"/>
          </a:solidFill>
          <a:ln w="9525" cap="flat" cmpd="sng" algn="ctr">
            <a:noFill/>
            <a:prstDash val="solid"/>
            <a:round/>
            <a:headEnd type="none" w="med" len="med"/>
            <a:tailEnd type="none" w="med" len="med"/>
          </a:ln>
          <a:effectLst/>
          <a:scene3d>
            <a:camera prst="orthographicFront">
              <a:rot lat="5400000" lon="0" rev="0"/>
            </a:camera>
            <a:lightRig rig="threePt" dir="t"/>
          </a:scene3d>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smtClean="0">
              <a:ln>
                <a:noFill/>
              </a:ln>
              <a:solidFill>
                <a:schemeClr val="tx1"/>
              </a:solidFill>
              <a:effectLst/>
              <a:latin typeface="Arial" pitchFamily="34" charset="0"/>
            </a:endParaRPr>
          </a:p>
        </p:txBody>
      </p:sp>
      <p:sp>
        <p:nvSpPr>
          <p:cNvPr id="13" name="灯片编号占位符 12"/>
          <p:cNvSpPr>
            <a:spLocks noGrp="1"/>
          </p:cNvSpPr>
          <p:nvPr>
            <p:ph type="sldNum" sz="quarter" idx="12"/>
          </p:nvPr>
        </p:nvSpPr>
        <p:spPr/>
        <p:txBody>
          <a:bodyPr/>
          <a:lstStyle/>
          <a:p>
            <a:fld id="{AE60A1FF-8927-450B-A360-23049E3230E2}" type="slidenum">
              <a:rPr lang="zh-CN" altLang="en-US" smtClean="0"/>
              <a:pPr/>
              <a:t>11</a:t>
            </a:fld>
            <a:endParaRPr lang="en-US" altLang="zh-CN"/>
          </a:p>
        </p:txBody>
      </p:sp>
      <p:pic>
        <p:nvPicPr>
          <p:cNvPr id="10" name="内容占位符 6" descr="师大图标.png"/>
          <p:cNvPicPr>
            <a:picLocks noChangeAspect="1"/>
          </p:cNvPicPr>
          <p:nvPr/>
        </p:nvPicPr>
        <p:blipFill>
          <a:blip r:embed="rId2"/>
          <a:stretch>
            <a:fillRect/>
          </a:stretch>
        </p:blipFill>
        <p:spPr bwMode="auto">
          <a:xfrm>
            <a:off x="838200" y="343000"/>
            <a:ext cx="800000" cy="800000"/>
          </a:xfrm>
          <a:prstGeom prst="rect">
            <a:avLst/>
          </a:prstGeom>
          <a:noFill/>
          <a:ln w="9525">
            <a:noFill/>
            <a:miter lim="800000"/>
            <a:headEnd/>
            <a:tailEnd/>
          </a:ln>
          <a:effectLst/>
        </p:spPr>
      </p:pic>
    </p:spTree>
  </p:cSld>
  <p:clrMapOvr>
    <a:masterClrMapping/>
  </p:clrMapOvr>
  <p:transition>
    <p:split dir="in"/>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5</a:t>
            </a:r>
            <a:r>
              <a:rPr lang="zh-CN" altLang="en-US" dirty="0" smtClean="0"/>
              <a:t>、</a:t>
            </a:r>
            <a:r>
              <a:rPr lang="en-US" altLang="zh-CN" dirty="0" err="1" smtClean="0"/>
              <a:t>GeoDatabase</a:t>
            </a:r>
            <a:r>
              <a:rPr lang="zh-CN" altLang="en-US" dirty="0" smtClean="0"/>
              <a:t>模型</a:t>
            </a:r>
            <a:endParaRPr lang="zh-CN" altLang="en-US" dirty="0"/>
          </a:p>
        </p:txBody>
      </p:sp>
      <p:sp>
        <p:nvSpPr>
          <p:cNvPr id="6" name="内容占位符 5"/>
          <p:cNvSpPr>
            <a:spLocks noGrp="1"/>
          </p:cNvSpPr>
          <p:nvPr>
            <p:ph idx="1"/>
          </p:nvPr>
        </p:nvSpPr>
        <p:spPr/>
        <p:txBody>
          <a:bodyPr/>
          <a:lstStyle/>
          <a:p>
            <a:r>
              <a:rPr lang="en-US" altLang="zh-CN" dirty="0" err="1" smtClean="0">
                <a:solidFill>
                  <a:schemeClr val="tx1"/>
                </a:solidFill>
                <a:latin typeface="+mj-lt"/>
                <a:ea typeface="黑体" pitchFamily="2" charset="-122"/>
              </a:rPr>
              <a:t>Geodatabase</a:t>
            </a:r>
            <a:r>
              <a:rPr lang="zh-CN" altLang="en-US" dirty="0" smtClean="0">
                <a:solidFill>
                  <a:schemeClr val="tx1"/>
                </a:solidFill>
                <a:latin typeface="+mj-lt"/>
                <a:ea typeface="黑体" pitchFamily="2" charset="-122"/>
              </a:rPr>
              <a:t>内部数据结构</a:t>
            </a:r>
            <a:endParaRPr lang="en-US" altLang="zh-CN" dirty="0" smtClean="0">
              <a:solidFill>
                <a:schemeClr val="tx1"/>
              </a:solidFill>
              <a:latin typeface="+mj-lt"/>
              <a:ea typeface="黑体" pitchFamily="2" charset="-122"/>
            </a:endParaRPr>
          </a:p>
          <a:p>
            <a:pPr lvl="1">
              <a:buNone/>
            </a:pPr>
            <a:endParaRPr lang="en-US" altLang="zh-CN" dirty="0" smtClean="0">
              <a:solidFill>
                <a:schemeClr val="tx1"/>
              </a:solidFill>
              <a:latin typeface="+mj-lt"/>
              <a:ea typeface="黑体" pitchFamily="2" charset="-122"/>
            </a:endParaRPr>
          </a:p>
          <a:p>
            <a:endParaRPr lang="en-US" altLang="zh-CN" dirty="0" smtClean="0">
              <a:solidFill>
                <a:schemeClr val="tx1"/>
              </a:solidFill>
              <a:latin typeface="+mj-lt"/>
              <a:ea typeface="黑体" pitchFamily="2" charset="-122"/>
            </a:endParaRPr>
          </a:p>
          <a:p>
            <a:pPr lvl="1"/>
            <a:endParaRPr lang="en-US" altLang="zh-CN" dirty="0" smtClean="0">
              <a:solidFill>
                <a:schemeClr val="tx1"/>
              </a:solidFill>
              <a:ea typeface="黑体" pitchFamily="2" charset="-122"/>
            </a:endParaRPr>
          </a:p>
        </p:txBody>
      </p:sp>
      <p:sp>
        <p:nvSpPr>
          <p:cNvPr id="7" name="Line 95"/>
          <p:cNvSpPr>
            <a:spLocks noChangeShapeType="1"/>
          </p:cNvSpPr>
          <p:nvPr/>
        </p:nvSpPr>
        <p:spPr bwMode="auto">
          <a:xfrm>
            <a:off x="457200" y="1219200"/>
            <a:ext cx="7524000" cy="0"/>
          </a:xfrm>
          <a:prstGeom prst="line">
            <a:avLst/>
          </a:prstGeom>
          <a:noFill/>
          <a:ln w="88900" cmpd="thinThick">
            <a:solidFill>
              <a:srgbClr val="9294C0"/>
            </a:solidFill>
            <a:round/>
            <a:headEnd/>
            <a:tailEnd/>
          </a:ln>
          <a:effectLst/>
        </p:spPr>
        <p:txBody>
          <a:bodyPr wrap="none" anchor="ctr"/>
          <a:lstStyle/>
          <a:p>
            <a:endParaRPr lang="zh-CN" altLang="en-US"/>
          </a:p>
        </p:txBody>
      </p:sp>
      <p:sp>
        <p:nvSpPr>
          <p:cNvPr id="9" name="圆角右箭头 8"/>
          <p:cNvSpPr/>
          <p:nvPr/>
        </p:nvSpPr>
        <p:spPr bwMode="auto">
          <a:xfrm>
            <a:off x="3124200" y="5257800"/>
            <a:ext cx="990600" cy="381000"/>
          </a:xfrm>
          <a:prstGeom prst="bentArrow">
            <a:avLst/>
          </a:prstGeom>
          <a:solidFill>
            <a:schemeClr val="accent1"/>
          </a:solidFill>
          <a:ln w="9525" cap="flat" cmpd="sng" algn="ctr">
            <a:noFill/>
            <a:prstDash val="solid"/>
            <a:round/>
            <a:headEnd type="none" w="med" len="med"/>
            <a:tailEnd type="none" w="med" len="med"/>
          </a:ln>
          <a:effectLst/>
          <a:scene3d>
            <a:camera prst="orthographicFront">
              <a:rot lat="5400000" lon="0" rev="0"/>
            </a:camera>
            <a:lightRig rig="threePt" dir="t"/>
          </a:scene3d>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smtClean="0">
              <a:ln>
                <a:noFill/>
              </a:ln>
              <a:solidFill>
                <a:schemeClr val="tx1"/>
              </a:solidFill>
              <a:effectLst/>
              <a:latin typeface="Arial" pitchFamily="34" charset="0"/>
            </a:endParaRPr>
          </a:p>
        </p:txBody>
      </p:sp>
      <p:sp>
        <p:nvSpPr>
          <p:cNvPr id="13" name="灯片编号占位符 12"/>
          <p:cNvSpPr>
            <a:spLocks noGrp="1"/>
          </p:cNvSpPr>
          <p:nvPr>
            <p:ph type="sldNum" sz="quarter" idx="12"/>
          </p:nvPr>
        </p:nvSpPr>
        <p:spPr/>
        <p:txBody>
          <a:bodyPr/>
          <a:lstStyle/>
          <a:p>
            <a:fld id="{AE60A1FF-8927-450B-A360-23049E3230E2}" type="slidenum">
              <a:rPr lang="zh-CN" altLang="en-US" smtClean="0"/>
              <a:pPr/>
              <a:t>12</a:t>
            </a:fld>
            <a:endParaRPr lang="en-US" altLang="zh-CN"/>
          </a:p>
        </p:txBody>
      </p:sp>
      <p:pic>
        <p:nvPicPr>
          <p:cNvPr id="10" name="内容占位符 6" descr="师大图标.png"/>
          <p:cNvPicPr>
            <a:picLocks noChangeAspect="1"/>
          </p:cNvPicPr>
          <p:nvPr/>
        </p:nvPicPr>
        <p:blipFill>
          <a:blip r:embed="rId2"/>
          <a:stretch>
            <a:fillRect/>
          </a:stretch>
        </p:blipFill>
        <p:spPr bwMode="auto">
          <a:xfrm>
            <a:off x="838200" y="343000"/>
            <a:ext cx="800000" cy="800000"/>
          </a:xfrm>
          <a:prstGeom prst="rect">
            <a:avLst/>
          </a:prstGeom>
          <a:noFill/>
          <a:ln w="9525">
            <a:noFill/>
            <a:miter lim="800000"/>
            <a:headEnd/>
            <a:tailEnd/>
          </a:ln>
          <a:effectLst/>
        </p:spPr>
      </p:pic>
      <p:pic>
        <p:nvPicPr>
          <p:cNvPr id="5123" name="Picture 3"/>
          <p:cNvPicPr>
            <a:picLocks noChangeAspect="1" noChangeArrowheads="1"/>
          </p:cNvPicPr>
          <p:nvPr/>
        </p:nvPicPr>
        <p:blipFill>
          <a:blip r:embed="rId3"/>
          <a:srcRect/>
          <a:stretch>
            <a:fillRect/>
          </a:stretch>
        </p:blipFill>
        <p:spPr bwMode="auto">
          <a:xfrm>
            <a:off x="304800" y="1786943"/>
            <a:ext cx="5486400" cy="5071057"/>
          </a:xfrm>
          <a:prstGeom prst="rect">
            <a:avLst/>
          </a:prstGeom>
          <a:noFill/>
          <a:ln w="9525">
            <a:noFill/>
            <a:miter lim="800000"/>
            <a:headEnd/>
            <a:tailEnd/>
          </a:ln>
          <a:effectLst/>
        </p:spPr>
      </p:pic>
      <p:pic>
        <p:nvPicPr>
          <p:cNvPr id="5124" name="Picture 4"/>
          <p:cNvPicPr>
            <a:picLocks noChangeAspect="1" noChangeArrowheads="1"/>
          </p:cNvPicPr>
          <p:nvPr/>
        </p:nvPicPr>
        <p:blipFill>
          <a:blip r:embed="rId4"/>
          <a:srcRect/>
          <a:stretch>
            <a:fillRect/>
          </a:stretch>
        </p:blipFill>
        <p:spPr bwMode="auto">
          <a:xfrm>
            <a:off x="3867150" y="5534025"/>
            <a:ext cx="5276850" cy="1323975"/>
          </a:xfrm>
          <a:prstGeom prst="rect">
            <a:avLst/>
          </a:prstGeom>
          <a:noFill/>
          <a:ln w="9525">
            <a:noFill/>
            <a:miter lim="800000"/>
            <a:headEnd/>
            <a:tailEnd/>
          </a:ln>
          <a:effectLst/>
        </p:spPr>
      </p:pic>
    </p:spTree>
  </p:cSld>
  <p:clrMapOvr>
    <a:masterClrMapping/>
  </p:clrMapOvr>
  <p:transition>
    <p:split dir="in"/>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5</a:t>
            </a:r>
            <a:r>
              <a:rPr lang="zh-CN" altLang="en-US" dirty="0" smtClean="0"/>
              <a:t>、</a:t>
            </a:r>
            <a:r>
              <a:rPr lang="en-US" altLang="zh-CN" dirty="0" err="1" smtClean="0"/>
              <a:t>GeoDatabase</a:t>
            </a:r>
            <a:r>
              <a:rPr lang="zh-CN" altLang="en-US" dirty="0" smtClean="0"/>
              <a:t>模型</a:t>
            </a:r>
            <a:endParaRPr lang="zh-CN" altLang="en-US" dirty="0"/>
          </a:p>
        </p:txBody>
      </p:sp>
      <p:sp>
        <p:nvSpPr>
          <p:cNvPr id="6" name="内容占位符 5"/>
          <p:cNvSpPr>
            <a:spLocks noGrp="1"/>
          </p:cNvSpPr>
          <p:nvPr>
            <p:ph idx="1"/>
          </p:nvPr>
        </p:nvSpPr>
        <p:spPr/>
        <p:txBody>
          <a:bodyPr/>
          <a:lstStyle/>
          <a:p>
            <a:r>
              <a:rPr lang="en-US" altLang="zh-CN" dirty="0" err="1" smtClean="0">
                <a:solidFill>
                  <a:schemeClr val="tx1"/>
                </a:solidFill>
                <a:latin typeface="+mj-lt"/>
                <a:ea typeface="黑体" pitchFamily="2" charset="-122"/>
              </a:rPr>
              <a:t>Geodatabase</a:t>
            </a:r>
            <a:endParaRPr lang="en-US" altLang="zh-CN" dirty="0" smtClean="0">
              <a:solidFill>
                <a:schemeClr val="tx1"/>
              </a:solidFill>
              <a:latin typeface="+mj-lt"/>
              <a:ea typeface="黑体" pitchFamily="2" charset="-122"/>
            </a:endParaRPr>
          </a:p>
          <a:p>
            <a:pPr lvl="1">
              <a:buNone/>
            </a:pPr>
            <a:endParaRPr lang="en-US" altLang="zh-CN" dirty="0" smtClean="0">
              <a:solidFill>
                <a:schemeClr val="tx1"/>
              </a:solidFill>
              <a:latin typeface="+mj-lt"/>
              <a:ea typeface="黑体" pitchFamily="2" charset="-122"/>
            </a:endParaRPr>
          </a:p>
          <a:p>
            <a:endParaRPr lang="en-US" altLang="zh-CN" dirty="0" smtClean="0">
              <a:solidFill>
                <a:schemeClr val="tx1"/>
              </a:solidFill>
              <a:latin typeface="+mj-lt"/>
              <a:ea typeface="黑体" pitchFamily="2" charset="-122"/>
            </a:endParaRPr>
          </a:p>
          <a:p>
            <a:pPr lvl="1"/>
            <a:endParaRPr lang="en-US" altLang="zh-CN" dirty="0" smtClean="0">
              <a:solidFill>
                <a:schemeClr val="tx1"/>
              </a:solidFill>
              <a:ea typeface="黑体" pitchFamily="2" charset="-122"/>
            </a:endParaRPr>
          </a:p>
        </p:txBody>
      </p:sp>
      <p:sp>
        <p:nvSpPr>
          <p:cNvPr id="7" name="Line 95"/>
          <p:cNvSpPr>
            <a:spLocks noChangeShapeType="1"/>
          </p:cNvSpPr>
          <p:nvPr/>
        </p:nvSpPr>
        <p:spPr bwMode="auto">
          <a:xfrm>
            <a:off x="457200" y="1219200"/>
            <a:ext cx="7524000" cy="0"/>
          </a:xfrm>
          <a:prstGeom prst="line">
            <a:avLst/>
          </a:prstGeom>
          <a:noFill/>
          <a:ln w="88900" cmpd="thinThick">
            <a:solidFill>
              <a:srgbClr val="9294C0"/>
            </a:solidFill>
            <a:round/>
            <a:headEnd/>
            <a:tailEnd/>
          </a:ln>
          <a:effectLst/>
        </p:spPr>
        <p:txBody>
          <a:bodyPr wrap="none" anchor="ctr"/>
          <a:lstStyle/>
          <a:p>
            <a:endParaRPr lang="zh-CN" altLang="en-US"/>
          </a:p>
        </p:txBody>
      </p:sp>
      <p:sp>
        <p:nvSpPr>
          <p:cNvPr id="9" name="圆角右箭头 8"/>
          <p:cNvSpPr/>
          <p:nvPr/>
        </p:nvSpPr>
        <p:spPr bwMode="auto">
          <a:xfrm>
            <a:off x="3124200" y="5257800"/>
            <a:ext cx="990600" cy="381000"/>
          </a:xfrm>
          <a:prstGeom prst="bentArrow">
            <a:avLst/>
          </a:prstGeom>
          <a:solidFill>
            <a:schemeClr val="accent1"/>
          </a:solidFill>
          <a:ln w="9525" cap="flat" cmpd="sng" algn="ctr">
            <a:noFill/>
            <a:prstDash val="solid"/>
            <a:round/>
            <a:headEnd type="none" w="med" len="med"/>
            <a:tailEnd type="none" w="med" len="med"/>
          </a:ln>
          <a:effectLst/>
          <a:scene3d>
            <a:camera prst="orthographicFront">
              <a:rot lat="5400000" lon="0" rev="0"/>
            </a:camera>
            <a:lightRig rig="threePt" dir="t"/>
          </a:scene3d>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smtClean="0">
              <a:ln>
                <a:noFill/>
              </a:ln>
              <a:solidFill>
                <a:schemeClr val="tx1"/>
              </a:solidFill>
              <a:effectLst/>
              <a:latin typeface="Arial" pitchFamily="34" charset="0"/>
            </a:endParaRPr>
          </a:p>
        </p:txBody>
      </p:sp>
      <p:sp>
        <p:nvSpPr>
          <p:cNvPr id="13" name="灯片编号占位符 12"/>
          <p:cNvSpPr>
            <a:spLocks noGrp="1"/>
          </p:cNvSpPr>
          <p:nvPr>
            <p:ph type="sldNum" sz="quarter" idx="12"/>
          </p:nvPr>
        </p:nvSpPr>
        <p:spPr/>
        <p:txBody>
          <a:bodyPr/>
          <a:lstStyle/>
          <a:p>
            <a:fld id="{AE60A1FF-8927-450B-A360-23049E3230E2}" type="slidenum">
              <a:rPr lang="zh-CN" altLang="en-US" smtClean="0"/>
              <a:pPr/>
              <a:t>13</a:t>
            </a:fld>
            <a:endParaRPr lang="en-US" altLang="zh-CN"/>
          </a:p>
        </p:txBody>
      </p:sp>
      <p:pic>
        <p:nvPicPr>
          <p:cNvPr id="10" name="内容占位符 6" descr="师大图标.png"/>
          <p:cNvPicPr>
            <a:picLocks noChangeAspect="1"/>
          </p:cNvPicPr>
          <p:nvPr/>
        </p:nvPicPr>
        <p:blipFill>
          <a:blip r:embed="rId2"/>
          <a:stretch>
            <a:fillRect/>
          </a:stretch>
        </p:blipFill>
        <p:spPr bwMode="auto">
          <a:xfrm>
            <a:off x="838200" y="343000"/>
            <a:ext cx="800000" cy="800000"/>
          </a:xfrm>
          <a:prstGeom prst="rect">
            <a:avLst/>
          </a:prstGeom>
          <a:noFill/>
          <a:ln w="9525">
            <a:noFill/>
            <a:miter lim="800000"/>
            <a:headEnd/>
            <a:tailEnd/>
          </a:ln>
          <a:effectLst/>
        </p:spPr>
      </p:pic>
      <p:pic>
        <p:nvPicPr>
          <p:cNvPr id="7171" name="Picture 3"/>
          <p:cNvPicPr>
            <a:picLocks noChangeAspect="1" noChangeArrowheads="1"/>
          </p:cNvPicPr>
          <p:nvPr/>
        </p:nvPicPr>
        <p:blipFill>
          <a:blip r:embed="rId3"/>
          <a:srcRect/>
          <a:stretch>
            <a:fillRect/>
          </a:stretch>
        </p:blipFill>
        <p:spPr bwMode="auto">
          <a:xfrm>
            <a:off x="0" y="-1"/>
            <a:ext cx="6781800" cy="6857293"/>
          </a:xfrm>
          <a:prstGeom prst="rect">
            <a:avLst/>
          </a:prstGeom>
          <a:noFill/>
          <a:ln w="9525">
            <a:noFill/>
            <a:miter lim="800000"/>
            <a:headEnd/>
            <a:tailEnd/>
          </a:ln>
          <a:effectLst/>
        </p:spPr>
      </p:pic>
    </p:spTree>
  </p:cSld>
  <p:clrMapOvr>
    <a:masterClrMapping/>
  </p:clrMapOvr>
  <p:transition>
    <p:split dir="in"/>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5</a:t>
            </a:r>
            <a:r>
              <a:rPr lang="zh-CN" altLang="en-US" dirty="0" smtClean="0"/>
              <a:t>、</a:t>
            </a:r>
            <a:r>
              <a:rPr lang="en-US" altLang="zh-CN" dirty="0" err="1" smtClean="0"/>
              <a:t>GeoDatabase</a:t>
            </a:r>
            <a:r>
              <a:rPr lang="zh-CN" altLang="en-US" dirty="0" smtClean="0"/>
              <a:t>模型</a:t>
            </a:r>
            <a:endParaRPr lang="zh-CN" altLang="en-US" dirty="0"/>
          </a:p>
        </p:txBody>
      </p:sp>
      <p:sp>
        <p:nvSpPr>
          <p:cNvPr id="6" name="内容占位符 5"/>
          <p:cNvSpPr>
            <a:spLocks noGrp="1"/>
          </p:cNvSpPr>
          <p:nvPr>
            <p:ph idx="1"/>
          </p:nvPr>
        </p:nvSpPr>
        <p:spPr/>
        <p:txBody>
          <a:bodyPr/>
          <a:lstStyle/>
          <a:p>
            <a:r>
              <a:rPr lang="en-US" altLang="zh-CN" dirty="0" err="1" smtClean="0">
                <a:solidFill>
                  <a:schemeClr val="tx1"/>
                </a:solidFill>
                <a:latin typeface="+mj-lt"/>
                <a:ea typeface="黑体" pitchFamily="2" charset="-122"/>
              </a:rPr>
              <a:t>Geodatabase</a:t>
            </a:r>
            <a:r>
              <a:rPr lang="zh-CN" altLang="en-US" dirty="0" smtClean="0">
                <a:solidFill>
                  <a:schemeClr val="tx1"/>
                </a:solidFill>
                <a:latin typeface="+mj-lt"/>
                <a:ea typeface="黑体" pitchFamily="2" charset="-122"/>
              </a:rPr>
              <a:t>中地理数据组织</a:t>
            </a:r>
            <a:endParaRPr lang="en-US" altLang="zh-CN" dirty="0" smtClean="0">
              <a:solidFill>
                <a:schemeClr val="tx1"/>
              </a:solidFill>
              <a:latin typeface="+mj-lt"/>
              <a:ea typeface="黑体" pitchFamily="2" charset="-122"/>
            </a:endParaRPr>
          </a:p>
          <a:p>
            <a:pPr lvl="1"/>
            <a:r>
              <a:rPr lang="en-US" altLang="zh-CN" sz="2000" dirty="0" err="1" smtClean="0">
                <a:solidFill>
                  <a:schemeClr val="tx1"/>
                </a:solidFill>
                <a:latin typeface="+mj-lt"/>
                <a:ea typeface="黑体" pitchFamily="2" charset="-122"/>
              </a:rPr>
              <a:t>Geodatabase</a:t>
            </a:r>
            <a:r>
              <a:rPr lang="zh-CN" altLang="en-US" sz="2000" dirty="0" smtClean="0">
                <a:solidFill>
                  <a:schemeClr val="tx1"/>
                </a:solidFill>
                <a:latin typeface="+mj-lt"/>
                <a:ea typeface="黑体" pitchFamily="2" charset="-122"/>
              </a:rPr>
              <a:t>：地理数据最高一层单位，是数据集、要素类、对象类和关系类的群集</a:t>
            </a:r>
            <a:endParaRPr lang="en-US" altLang="zh-CN" sz="2000" dirty="0" smtClean="0">
              <a:solidFill>
                <a:schemeClr val="tx1"/>
              </a:solidFill>
              <a:latin typeface="+mj-lt"/>
              <a:ea typeface="黑体" pitchFamily="2" charset="-122"/>
            </a:endParaRPr>
          </a:p>
          <a:p>
            <a:pPr lvl="1"/>
            <a:r>
              <a:rPr lang="zh-CN" altLang="en-US" sz="2000" dirty="0" smtClean="0">
                <a:latin typeface="+mj-lt"/>
                <a:ea typeface="黑体" pitchFamily="2" charset="-122"/>
              </a:rPr>
              <a:t>地理数据集</a:t>
            </a:r>
            <a:r>
              <a:rPr lang="en-US" altLang="zh-CN" sz="2000" dirty="0" err="1" smtClean="0">
                <a:latin typeface="+mj-lt"/>
                <a:ea typeface="黑体" pitchFamily="2" charset="-122"/>
              </a:rPr>
              <a:t>Geodataset</a:t>
            </a:r>
            <a:endParaRPr lang="en-US" altLang="zh-CN" sz="2000" dirty="0" smtClean="0">
              <a:latin typeface="+mj-lt"/>
              <a:ea typeface="黑体" pitchFamily="2" charset="-122"/>
            </a:endParaRPr>
          </a:p>
          <a:p>
            <a:pPr lvl="2"/>
            <a:r>
              <a:rPr lang="zh-CN" altLang="en-US" sz="1800" dirty="0" smtClean="0">
                <a:solidFill>
                  <a:schemeClr val="tx1"/>
                </a:solidFill>
                <a:latin typeface="+mj-lt"/>
                <a:ea typeface="黑体" pitchFamily="2" charset="-122"/>
              </a:rPr>
              <a:t>要素数据集：</a:t>
            </a:r>
            <a:r>
              <a:rPr lang="en-US" altLang="zh-CN" sz="1800" dirty="0" err="1" smtClean="0">
                <a:solidFill>
                  <a:schemeClr val="tx1"/>
                </a:solidFill>
                <a:latin typeface="+mj-lt"/>
                <a:ea typeface="黑体" pitchFamily="2" charset="-122"/>
              </a:rPr>
              <a:t>FeatureDataset</a:t>
            </a:r>
            <a:endParaRPr lang="en-US" altLang="zh-CN" sz="1800" dirty="0" smtClean="0">
              <a:solidFill>
                <a:schemeClr val="tx1"/>
              </a:solidFill>
              <a:latin typeface="+mj-lt"/>
              <a:ea typeface="黑体" pitchFamily="2" charset="-122"/>
            </a:endParaRPr>
          </a:p>
          <a:p>
            <a:pPr lvl="2"/>
            <a:r>
              <a:rPr lang="zh-CN" altLang="en-US" sz="1800" dirty="0" smtClean="0">
                <a:latin typeface="+mj-lt"/>
                <a:ea typeface="黑体" pitchFamily="2" charset="-122"/>
              </a:rPr>
              <a:t>栅格数据集：</a:t>
            </a:r>
            <a:r>
              <a:rPr lang="en-US" altLang="zh-CN" sz="1800" dirty="0" err="1" smtClean="0">
                <a:latin typeface="+mj-lt"/>
                <a:ea typeface="黑体" pitchFamily="2" charset="-122"/>
              </a:rPr>
              <a:t>RasterDataset</a:t>
            </a:r>
            <a:endParaRPr lang="en-US" altLang="zh-CN" sz="1800" dirty="0" smtClean="0">
              <a:latin typeface="+mj-lt"/>
              <a:ea typeface="黑体" pitchFamily="2" charset="-122"/>
            </a:endParaRPr>
          </a:p>
          <a:p>
            <a:pPr lvl="2"/>
            <a:r>
              <a:rPr lang="en-US" altLang="zh-CN" sz="1800" dirty="0" smtClean="0">
                <a:solidFill>
                  <a:schemeClr val="tx1"/>
                </a:solidFill>
                <a:latin typeface="+mj-lt"/>
                <a:ea typeface="黑体" pitchFamily="2" charset="-122"/>
              </a:rPr>
              <a:t>TIN</a:t>
            </a:r>
            <a:r>
              <a:rPr lang="zh-CN" altLang="en-US" sz="1800" dirty="0" smtClean="0">
                <a:solidFill>
                  <a:schemeClr val="tx1"/>
                </a:solidFill>
                <a:latin typeface="+mj-lt"/>
                <a:ea typeface="黑体" pitchFamily="2" charset="-122"/>
              </a:rPr>
              <a:t>数据集：</a:t>
            </a:r>
            <a:r>
              <a:rPr lang="en-US" altLang="zh-CN" sz="1800" dirty="0" smtClean="0">
                <a:solidFill>
                  <a:schemeClr val="tx1"/>
                </a:solidFill>
                <a:latin typeface="+mj-lt"/>
                <a:ea typeface="黑体" pitchFamily="2" charset="-122"/>
              </a:rPr>
              <a:t>TIN Dataset</a:t>
            </a:r>
          </a:p>
          <a:p>
            <a:pPr lvl="1"/>
            <a:r>
              <a:rPr lang="zh-CN" altLang="en-US" sz="2000" dirty="0" smtClean="0">
                <a:solidFill>
                  <a:schemeClr val="tx1"/>
                </a:solidFill>
                <a:latin typeface="+mj-lt"/>
                <a:ea typeface="黑体" pitchFamily="2" charset="-122"/>
              </a:rPr>
              <a:t>对象类</a:t>
            </a:r>
            <a:r>
              <a:rPr lang="en-US" altLang="zh-CN" sz="2000" dirty="0" smtClean="0">
                <a:solidFill>
                  <a:schemeClr val="tx1"/>
                </a:solidFill>
                <a:latin typeface="+mj-lt"/>
                <a:ea typeface="黑体" pitchFamily="2" charset="-122"/>
              </a:rPr>
              <a:t>Object Class</a:t>
            </a:r>
            <a:r>
              <a:rPr lang="zh-CN" altLang="en-US" sz="2000" dirty="0" smtClean="0">
                <a:solidFill>
                  <a:schemeClr val="tx1"/>
                </a:solidFill>
                <a:latin typeface="+mj-lt"/>
                <a:ea typeface="黑体" pitchFamily="2" charset="-122"/>
              </a:rPr>
              <a:t>：</a:t>
            </a:r>
            <a:r>
              <a:rPr lang="en-US" altLang="zh-CN" sz="2000" dirty="0" err="1" smtClean="0">
                <a:solidFill>
                  <a:schemeClr val="tx1"/>
                </a:solidFill>
                <a:latin typeface="+mj-lt"/>
                <a:ea typeface="黑体" pitchFamily="2" charset="-122"/>
              </a:rPr>
              <a:t>Geodatabase</a:t>
            </a:r>
            <a:r>
              <a:rPr lang="zh-CN" altLang="en-US" sz="2000" dirty="0" smtClean="0">
                <a:solidFill>
                  <a:schemeClr val="tx1"/>
                </a:solidFill>
                <a:latin typeface="+mj-lt"/>
                <a:ea typeface="黑体" pitchFamily="2" charset="-122"/>
              </a:rPr>
              <a:t>中的表，可以与要素类关联</a:t>
            </a:r>
            <a:endParaRPr lang="en-US" altLang="zh-CN" sz="2000" dirty="0" smtClean="0">
              <a:solidFill>
                <a:schemeClr val="tx1"/>
              </a:solidFill>
              <a:latin typeface="+mj-lt"/>
              <a:ea typeface="黑体" pitchFamily="2" charset="-122"/>
            </a:endParaRPr>
          </a:p>
          <a:p>
            <a:pPr lvl="1"/>
            <a:r>
              <a:rPr lang="zh-CN" altLang="en-US" sz="2000" dirty="0" smtClean="0">
                <a:ea typeface="黑体" pitchFamily="2" charset="-122"/>
              </a:rPr>
              <a:t>要素类和拓扑：</a:t>
            </a:r>
            <a:endParaRPr lang="en-US" altLang="zh-CN" sz="2000" dirty="0" smtClean="0">
              <a:ea typeface="黑体" pitchFamily="2" charset="-122"/>
            </a:endParaRPr>
          </a:p>
          <a:p>
            <a:pPr lvl="2"/>
            <a:r>
              <a:rPr lang="en-US" altLang="zh-CN" sz="1800" dirty="0" err="1" smtClean="0">
                <a:ea typeface="黑体" pitchFamily="2" charset="-122"/>
              </a:rPr>
              <a:t>featureClass</a:t>
            </a:r>
            <a:r>
              <a:rPr lang="en-US" altLang="zh-CN" sz="1800" dirty="0" smtClean="0">
                <a:ea typeface="黑体" pitchFamily="2" charset="-122"/>
              </a:rPr>
              <a:t>—</a:t>
            </a:r>
            <a:r>
              <a:rPr lang="zh-CN" altLang="en-US" sz="1800" dirty="0" smtClean="0">
                <a:ea typeface="黑体" pitchFamily="2" charset="-122"/>
              </a:rPr>
              <a:t>具有相同类型的几何图形的要素的群集</a:t>
            </a:r>
            <a:endParaRPr lang="en-US" altLang="zh-CN" sz="1800" dirty="0" smtClean="0">
              <a:ea typeface="黑体" pitchFamily="2" charset="-122"/>
            </a:endParaRPr>
          </a:p>
          <a:p>
            <a:pPr lvl="2"/>
            <a:r>
              <a:rPr lang="zh-CN" altLang="en-US" sz="1800" dirty="0" smtClean="0">
                <a:ea typeface="黑体" pitchFamily="2" charset="-122"/>
              </a:rPr>
              <a:t>简单要素类</a:t>
            </a:r>
            <a:r>
              <a:rPr lang="en-US" altLang="zh-CN" sz="1800" dirty="0" smtClean="0">
                <a:ea typeface="黑体" pitchFamily="2" charset="-122"/>
              </a:rPr>
              <a:t>—</a:t>
            </a:r>
            <a:r>
              <a:rPr lang="zh-CN" altLang="en-US" sz="1800" dirty="0" smtClean="0">
                <a:ea typeface="黑体" pitchFamily="2" charset="-122"/>
              </a:rPr>
              <a:t>点、线、多边形和注记，没有任何拓扑关系</a:t>
            </a:r>
            <a:endParaRPr lang="en-US" altLang="zh-CN" sz="1800" dirty="0" smtClean="0">
              <a:ea typeface="黑体" pitchFamily="2" charset="-122"/>
            </a:endParaRPr>
          </a:p>
          <a:p>
            <a:pPr lvl="2"/>
            <a:r>
              <a:rPr lang="zh-CN" altLang="en-US" sz="1800" dirty="0" smtClean="0">
                <a:ea typeface="黑体" pitchFamily="2" charset="-122"/>
              </a:rPr>
              <a:t>拓扑要素类</a:t>
            </a:r>
            <a:r>
              <a:rPr lang="en-US" altLang="zh-CN" sz="1800" dirty="0" smtClean="0">
                <a:ea typeface="黑体" pitchFamily="2" charset="-122"/>
              </a:rPr>
              <a:t>—</a:t>
            </a:r>
            <a:r>
              <a:rPr lang="zh-CN" altLang="en-US" sz="1800" dirty="0" smtClean="0">
                <a:ea typeface="黑体" pitchFamily="2" charset="-122"/>
              </a:rPr>
              <a:t>被限定在一副</a:t>
            </a:r>
            <a:r>
              <a:rPr lang="en-US" altLang="zh-CN" sz="1800" dirty="0" smtClean="0">
                <a:ea typeface="黑体" pitchFamily="2" charset="-122"/>
              </a:rPr>
              <a:t>Graph</a:t>
            </a:r>
            <a:r>
              <a:rPr lang="zh-CN" altLang="en-US" sz="1800" dirty="0" smtClean="0">
                <a:ea typeface="黑体" pitchFamily="2" charset="-122"/>
              </a:rPr>
              <a:t>中，把组成有机拓扑单元的一组要素类进行捆绑。</a:t>
            </a:r>
            <a:r>
              <a:rPr lang="en-US" altLang="zh-CN" sz="1800" dirty="0" smtClean="0">
                <a:ea typeface="黑体" pitchFamily="2" charset="-122"/>
              </a:rPr>
              <a:t>---Geometric network</a:t>
            </a:r>
            <a:endParaRPr lang="en-US" altLang="zh-CN" sz="2000" dirty="0" smtClean="0">
              <a:latin typeface="+mj-lt"/>
              <a:ea typeface="黑体" pitchFamily="2" charset="-122"/>
            </a:endParaRPr>
          </a:p>
          <a:p>
            <a:pPr lvl="1"/>
            <a:r>
              <a:rPr lang="zh-CN" altLang="en-US" sz="2000" dirty="0" smtClean="0">
                <a:latin typeface="+mj-lt"/>
                <a:ea typeface="黑体" pitchFamily="2" charset="-122"/>
              </a:rPr>
              <a:t>关系类：存储两个要素类中要素间或对象间的关系。</a:t>
            </a:r>
            <a:endParaRPr lang="en-US" altLang="zh-CN" dirty="0" smtClean="0">
              <a:solidFill>
                <a:schemeClr val="tx1"/>
              </a:solidFill>
              <a:ea typeface="黑体" pitchFamily="2" charset="-122"/>
            </a:endParaRPr>
          </a:p>
        </p:txBody>
      </p:sp>
      <p:sp>
        <p:nvSpPr>
          <p:cNvPr id="7" name="Line 95"/>
          <p:cNvSpPr>
            <a:spLocks noChangeShapeType="1"/>
          </p:cNvSpPr>
          <p:nvPr/>
        </p:nvSpPr>
        <p:spPr bwMode="auto">
          <a:xfrm>
            <a:off x="457200" y="1219200"/>
            <a:ext cx="7524000" cy="0"/>
          </a:xfrm>
          <a:prstGeom prst="line">
            <a:avLst/>
          </a:prstGeom>
          <a:noFill/>
          <a:ln w="88900" cmpd="thinThick">
            <a:solidFill>
              <a:srgbClr val="9294C0"/>
            </a:solidFill>
            <a:round/>
            <a:headEnd/>
            <a:tailEnd/>
          </a:ln>
          <a:effectLst/>
        </p:spPr>
        <p:txBody>
          <a:bodyPr wrap="none" anchor="ctr"/>
          <a:lstStyle/>
          <a:p>
            <a:endParaRPr lang="zh-CN" altLang="en-US"/>
          </a:p>
        </p:txBody>
      </p:sp>
      <p:sp>
        <p:nvSpPr>
          <p:cNvPr id="9" name="圆角右箭头 8"/>
          <p:cNvSpPr/>
          <p:nvPr/>
        </p:nvSpPr>
        <p:spPr bwMode="auto">
          <a:xfrm>
            <a:off x="3124200" y="5257800"/>
            <a:ext cx="990600" cy="381000"/>
          </a:xfrm>
          <a:prstGeom prst="bentArrow">
            <a:avLst/>
          </a:prstGeom>
          <a:solidFill>
            <a:schemeClr val="accent1"/>
          </a:solidFill>
          <a:ln w="9525" cap="flat" cmpd="sng" algn="ctr">
            <a:noFill/>
            <a:prstDash val="solid"/>
            <a:round/>
            <a:headEnd type="none" w="med" len="med"/>
            <a:tailEnd type="none" w="med" len="med"/>
          </a:ln>
          <a:effectLst/>
          <a:scene3d>
            <a:camera prst="orthographicFront">
              <a:rot lat="5400000" lon="0" rev="0"/>
            </a:camera>
            <a:lightRig rig="threePt" dir="t"/>
          </a:scene3d>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smtClean="0">
              <a:ln>
                <a:noFill/>
              </a:ln>
              <a:solidFill>
                <a:schemeClr val="tx1"/>
              </a:solidFill>
              <a:effectLst/>
              <a:latin typeface="Arial" pitchFamily="34" charset="0"/>
            </a:endParaRPr>
          </a:p>
        </p:txBody>
      </p:sp>
      <p:sp>
        <p:nvSpPr>
          <p:cNvPr id="13" name="灯片编号占位符 12"/>
          <p:cNvSpPr>
            <a:spLocks noGrp="1"/>
          </p:cNvSpPr>
          <p:nvPr>
            <p:ph type="sldNum" sz="quarter" idx="12"/>
          </p:nvPr>
        </p:nvSpPr>
        <p:spPr/>
        <p:txBody>
          <a:bodyPr/>
          <a:lstStyle/>
          <a:p>
            <a:fld id="{AE60A1FF-8927-450B-A360-23049E3230E2}" type="slidenum">
              <a:rPr lang="zh-CN" altLang="en-US" smtClean="0"/>
              <a:pPr/>
              <a:t>14</a:t>
            </a:fld>
            <a:endParaRPr lang="en-US" altLang="zh-CN"/>
          </a:p>
        </p:txBody>
      </p:sp>
      <p:pic>
        <p:nvPicPr>
          <p:cNvPr id="10" name="内容占位符 6" descr="师大图标.png"/>
          <p:cNvPicPr>
            <a:picLocks noChangeAspect="1"/>
          </p:cNvPicPr>
          <p:nvPr/>
        </p:nvPicPr>
        <p:blipFill>
          <a:blip r:embed="rId2"/>
          <a:stretch>
            <a:fillRect/>
          </a:stretch>
        </p:blipFill>
        <p:spPr bwMode="auto">
          <a:xfrm>
            <a:off x="838200" y="343000"/>
            <a:ext cx="800000" cy="800000"/>
          </a:xfrm>
          <a:prstGeom prst="rect">
            <a:avLst/>
          </a:prstGeom>
          <a:noFill/>
          <a:ln w="9525">
            <a:noFill/>
            <a:miter lim="800000"/>
            <a:headEnd/>
            <a:tailEnd/>
          </a:ln>
          <a:effectLst/>
        </p:spPr>
      </p:pic>
    </p:spTree>
  </p:cSld>
  <p:clrMapOvr>
    <a:masterClrMapping/>
  </p:clrMapOvr>
  <p:transition>
    <p:split dir="in"/>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5</a:t>
            </a:r>
            <a:r>
              <a:rPr lang="zh-CN" altLang="en-US" dirty="0" smtClean="0"/>
              <a:t>、</a:t>
            </a:r>
            <a:r>
              <a:rPr lang="en-US" altLang="zh-CN" dirty="0" err="1" smtClean="0"/>
              <a:t>GeoDatabase</a:t>
            </a:r>
            <a:r>
              <a:rPr lang="zh-CN" altLang="en-US" dirty="0" smtClean="0"/>
              <a:t>模型</a:t>
            </a:r>
            <a:endParaRPr lang="zh-CN" altLang="en-US" dirty="0"/>
          </a:p>
        </p:txBody>
      </p:sp>
      <p:sp>
        <p:nvSpPr>
          <p:cNvPr id="6" name="内容占位符 5"/>
          <p:cNvSpPr>
            <a:spLocks noGrp="1"/>
          </p:cNvSpPr>
          <p:nvPr>
            <p:ph idx="1"/>
          </p:nvPr>
        </p:nvSpPr>
        <p:spPr/>
        <p:txBody>
          <a:bodyPr/>
          <a:lstStyle/>
          <a:p>
            <a:r>
              <a:rPr lang="en-US" altLang="zh-CN" dirty="0" err="1" smtClean="0">
                <a:solidFill>
                  <a:schemeClr val="tx1"/>
                </a:solidFill>
                <a:latin typeface="+mj-lt"/>
                <a:ea typeface="黑体" pitchFamily="2" charset="-122"/>
              </a:rPr>
              <a:t>Geodatabase</a:t>
            </a:r>
            <a:r>
              <a:rPr lang="zh-CN" altLang="en-US" dirty="0" smtClean="0">
                <a:solidFill>
                  <a:schemeClr val="tx1"/>
                </a:solidFill>
                <a:latin typeface="+mj-lt"/>
                <a:ea typeface="黑体" pitchFamily="2" charset="-122"/>
              </a:rPr>
              <a:t>中的数据访问</a:t>
            </a:r>
            <a:endParaRPr lang="en-US" altLang="zh-CN" dirty="0" smtClean="0">
              <a:solidFill>
                <a:schemeClr val="tx1"/>
              </a:solidFill>
              <a:latin typeface="+mj-lt"/>
              <a:ea typeface="黑体" pitchFamily="2" charset="-122"/>
            </a:endParaRPr>
          </a:p>
          <a:p>
            <a:pPr lvl="1">
              <a:buNone/>
            </a:pPr>
            <a:r>
              <a:rPr lang="zh-CN" altLang="en-US" dirty="0" smtClean="0">
                <a:solidFill>
                  <a:schemeClr val="tx1"/>
                </a:solidFill>
                <a:latin typeface="+mj-lt"/>
                <a:ea typeface="黑体" pitchFamily="2" charset="-122"/>
              </a:rPr>
              <a:t>使用</a:t>
            </a:r>
            <a:r>
              <a:rPr lang="en-US" altLang="zh-CN" dirty="0" smtClean="0">
                <a:solidFill>
                  <a:schemeClr val="tx1"/>
                </a:solidFill>
                <a:latin typeface="+mj-lt"/>
                <a:ea typeface="黑体" pitchFamily="2" charset="-122"/>
              </a:rPr>
              <a:t>AO</a:t>
            </a:r>
            <a:r>
              <a:rPr lang="zh-CN" altLang="en-US" dirty="0" smtClean="0">
                <a:latin typeface="+mj-lt"/>
                <a:ea typeface="黑体" pitchFamily="2" charset="-122"/>
              </a:rPr>
              <a:t>访问</a:t>
            </a:r>
            <a:endParaRPr lang="en-US" altLang="zh-CN" dirty="0" smtClean="0">
              <a:solidFill>
                <a:schemeClr val="tx1"/>
              </a:solidFill>
              <a:latin typeface="+mj-lt"/>
              <a:ea typeface="黑体" pitchFamily="2" charset="-122"/>
            </a:endParaRPr>
          </a:p>
          <a:p>
            <a:pPr lvl="1">
              <a:buNone/>
            </a:pPr>
            <a:endParaRPr lang="en-US" altLang="zh-CN" dirty="0" smtClean="0">
              <a:solidFill>
                <a:schemeClr val="tx1"/>
              </a:solidFill>
              <a:latin typeface="+mj-lt"/>
              <a:ea typeface="黑体" pitchFamily="2" charset="-122"/>
            </a:endParaRPr>
          </a:p>
          <a:p>
            <a:endParaRPr lang="en-US" altLang="zh-CN" dirty="0" smtClean="0">
              <a:solidFill>
                <a:schemeClr val="tx1"/>
              </a:solidFill>
              <a:latin typeface="+mj-lt"/>
              <a:ea typeface="黑体" pitchFamily="2" charset="-122"/>
            </a:endParaRPr>
          </a:p>
          <a:p>
            <a:pPr lvl="1"/>
            <a:endParaRPr lang="en-US" altLang="zh-CN" dirty="0" smtClean="0">
              <a:solidFill>
                <a:schemeClr val="tx1"/>
              </a:solidFill>
              <a:ea typeface="黑体" pitchFamily="2" charset="-122"/>
            </a:endParaRPr>
          </a:p>
        </p:txBody>
      </p:sp>
      <p:sp>
        <p:nvSpPr>
          <p:cNvPr id="7" name="Line 95"/>
          <p:cNvSpPr>
            <a:spLocks noChangeShapeType="1"/>
          </p:cNvSpPr>
          <p:nvPr/>
        </p:nvSpPr>
        <p:spPr bwMode="auto">
          <a:xfrm>
            <a:off x="457200" y="1219200"/>
            <a:ext cx="7524000" cy="0"/>
          </a:xfrm>
          <a:prstGeom prst="line">
            <a:avLst/>
          </a:prstGeom>
          <a:noFill/>
          <a:ln w="88900" cmpd="thinThick">
            <a:solidFill>
              <a:srgbClr val="9294C0"/>
            </a:solidFill>
            <a:round/>
            <a:headEnd/>
            <a:tailEnd/>
          </a:ln>
          <a:effectLst/>
        </p:spPr>
        <p:txBody>
          <a:bodyPr wrap="none" anchor="ctr"/>
          <a:lstStyle/>
          <a:p>
            <a:endParaRPr lang="zh-CN" altLang="en-US"/>
          </a:p>
        </p:txBody>
      </p:sp>
      <p:sp>
        <p:nvSpPr>
          <p:cNvPr id="9" name="圆角右箭头 8"/>
          <p:cNvSpPr/>
          <p:nvPr/>
        </p:nvSpPr>
        <p:spPr bwMode="auto">
          <a:xfrm>
            <a:off x="3124200" y="5257800"/>
            <a:ext cx="990600" cy="381000"/>
          </a:xfrm>
          <a:prstGeom prst="bentArrow">
            <a:avLst/>
          </a:prstGeom>
          <a:solidFill>
            <a:schemeClr val="accent1"/>
          </a:solidFill>
          <a:ln w="9525" cap="flat" cmpd="sng" algn="ctr">
            <a:noFill/>
            <a:prstDash val="solid"/>
            <a:round/>
            <a:headEnd type="none" w="med" len="med"/>
            <a:tailEnd type="none" w="med" len="med"/>
          </a:ln>
          <a:effectLst/>
          <a:scene3d>
            <a:camera prst="orthographicFront">
              <a:rot lat="5400000" lon="0" rev="0"/>
            </a:camera>
            <a:lightRig rig="threePt" dir="t"/>
          </a:scene3d>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smtClean="0">
              <a:ln>
                <a:noFill/>
              </a:ln>
              <a:solidFill>
                <a:schemeClr val="tx1"/>
              </a:solidFill>
              <a:effectLst/>
              <a:latin typeface="Arial" pitchFamily="34" charset="0"/>
            </a:endParaRPr>
          </a:p>
        </p:txBody>
      </p:sp>
      <p:sp>
        <p:nvSpPr>
          <p:cNvPr id="13" name="灯片编号占位符 12"/>
          <p:cNvSpPr>
            <a:spLocks noGrp="1"/>
          </p:cNvSpPr>
          <p:nvPr>
            <p:ph type="sldNum" sz="quarter" idx="12"/>
          </p:nvPr>
        </p:nvSpPr>
        <p:spPr/>
        <p:txBody>
          <a:bodyPr/>
          <a:lstStyle/>
          <a:p>
            <a:fld id="{AE60A1FF-8927-450B-A360-23049E3230E2}" type="slidenum">
              <a:rPr lang="zh-CN" altLang="en-US" smtClean="0"/>
              <a:pPr/>
              <a:t>15</a:t>
            </a:fld>
            <a:endParaRPr lang="en-US" altLang="zh-CN"/>
          </a:p>
        </p:txBody>
      </p:sp>
      <p:pic>
        <p:nvPicPr>
          <p:cNvPr id="10" name="内容占位符 6" descr="师大图标.png"/>
          <p:cNvPicPr>
            <a:picLocks noChangeAspect="1"/>
          </p:cNvPicPr>
          <p:nvPr/>
        </p:nvPicPr>
        <p:blipFill>
          <a:blip r:embed="rId2"/>
          <a:stretch>
            <a:fillRect/>
          </a:stretch>
        </p:blipFill>
        <p:spPr bwMode="auto">
          <a:xfrm>
            <a:off x="838200" y="343000"/>
            <a:ext cx="800000" cy="800000"/>
          </a:xfrm>
          <a:prstGeom prst="rect">
            <a:avLst/>
          </a:prstGeom>
          <a:noFill/>
          <a:ln w="9525">
            <a:noFill/>
            <a:miter lim="800000"/>
            <a:headEnd/>
            <a:tailEnd/>
          </a:ln>
          <a:effectLst/>
        </p:spPr>
      </p:pic>
      <p:pic>
        <p:nvPicPr>
          <p:cNvPr id="7170" name="Picture 2"/>
          <p:cNvPicPr>
            <a:picLocks noChangeAspect="1" noChangeArrowheads="1"/>
          </p:cNvPicPr>
          <p:nvPr/>
        </p:nvPicPr>
        <p:blipFill>
          <a:blip r:embed="rId3"/>
          <a:srcRect/>
          <a:stretch>
            <a:fillRect/>
          </a:stretch>
        </p:blipFill>
        <p:spPr bwMode="auto">
          <a:xfrm>
            <a:off x="3581400" y="1826436"/>
            <a:ext cx="5562600" cy="5031564"/>
          </a:xfrm>
          <a:prstGeom prst="rect">
            <a:avLst/>
          </a:prstGeom>
          <a:noFill/>
          <a:ln w="9525">
            <a:noFill/>
            <a:miter lim="800000"/>
            <a:headEnd/>
            <a:tailEnd/>
          </a:ln>
          <a:effectLst/>
        </p:spPr>
      </p:pic>
    </p:spTree>
  </p:cSld>
  <p:clrMapOvr>
    <a:masterClrMapping/>
  </p:clrMapOvr>
  <p:transition>
    <p:split dir="in"/>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5</a:t>
            </a:r>
            <a:r>
              <a:rPr lang="zh-CN" altLang="en-US" dirty="0" smtClean="0"/>
              <a:t>、</a:t>
            </a:r>
            <a:r>
              <a:rPr lang="en-US" altLang="zh-CN" dirty="0" err="1" smtClean="0"/>
              <a:t>GeoDatabase</a:t>
            </a:r>
            <a:r>
              <a:rPr lang="zh-CN" altLang="en-US" dirty="0" smtClean="0"/>
              <a:t>模型</a:t>
            </a:r>
            <a:endParaRPr lang="zh-CN" altLang="en-US" dirty="0"/>
          </a:p>
        </p:txBody>
      </p:sp>
      <p:sp>
        <p:nvSpPr>
          <p:cNvPr id="6" name="内容占位符 5"/>
          <p:cNvSpPr>
            <a:spLocks noGrp="1"/>
          </p:cNvSpPr>
          <p:nvPr>
            <p:ph idx="1"/>
          </p:nvPr>
        </p:nvSpPr>
        <p:spPr/>
        <p:txBody>
          <a:bodyPr/>
          <a:lstStyle/>
          <a:p>
            <a:r>
              <a:rPr lang="zh-CN" altLang="en-US" dirty="0" smtClean="0">
                <a:solidFill>
                  <a:schemeClr val="tx1"/>
                </a:solidFill>
                <a:latin typeface="+mj-lt"/>
                <a:ea typeface="黑体" pitchFamily="2" charset="-122"/>
              </a:rPr>
              <a:t>工作空间  </a:t>
            </a:r>
            <a:r>
              <a:rPr lang="en-US" altLang="zh-CN" dirty="0" smtClean="0">
                <a:solidFill>
                  <a:schemeClr val="tx1"/>
                </a:solidFill>
                <a:latin typeface="+mj-lt"/>
                <a:ea typeface="黑体" pitchFamily="2" charset="-122"/>
              </a:rPr>
              <a:t>Workspace</a:t>
            </a:r>
          </a:p>
          <a:p>
            <a:endParaRPr lang="en-US" altLang="zh-CN" sz="2000" dirty="0" smtClean="0">
              <a:latin typeface="+mj-lt"/>
              <a:ea typeface="黑体" pitchFamily="2" charset="-122"/>
            </a:endParaRPr>
          </a:p>
          <a:p>
            <a:pPr lvl="2"/>
            <a:endParaRPr lang="en-US" altLang="zh-CN" sz="1800" dirty="0" smtClean="0">
              <a:latin typeface="+mj-lt"/>
              <a:ea typeface="黑体" pitchFamily="2" charset="-122"/>
            </a:endParaRPr>
          </a:p>
          <a:p>
            <a:pPr lvl="1">
              <a:buNone/>
            </a:pPr>
            <a:endParaRPr lang="en-US" altLang="zh-CN" dirty="0" smtClean="0">
              <a:solidFill>
                <a:schemeClr val="tx1"/>
              </a:solidFill>
              <a:latin typeface="+mj-lt"/>
              <a:ea typeface="黑体" pitchFamily="2" charset="-122"/>
            </a:endParaRPr>
          </a:p>
          <a:p>
            <a:pPr lvl="1">
              <a:buNone/>
            </a:pPr>
            <a:endParaRPr lang="en-US" altLang="zh-CN" dirty="0" smtClean="0">
              <a:solidFill>
                <a:schemeClr val="tx1"/>
              </a:solidFill>
              <a:latin typeface="+mj-lt"/>
              <a:ea typeface="黑体" pitchFamily="2" charset="-122"/>
            </a:endParaRPr>
          </a:p>
          <a:p>
            <a:endParaRPr lang="en-US" altLang="zh-CN" dirty="0" smtClean="0">
              <a:solidFill>
                <a:schemeClr val="tx1"/>
              </a:solidFill>
              <a:latin typeface="+mj-lt"/>
              <a:ea typeface="黑体" pitchFamily="2" charset="-122"/>
            </a:endParaRPr>
          </a:p>
          <a:p>
            <a:pPr lvl="1"/>
            <a:endParaRPr lang="en-US" altLang="zh-CN" dirty="0" smtClean="0">
              <a:solidFill>
                <a:schemeClr val="tx1"/>
              </a:solidFill>
              <a:ea typeface="黑体" pitchFamily="2" charset="-122"/>
            </a:endParaRPr>
          </a:p>
        </p:txBody>
      </p:sp>
      <p:sp>
        <p:nvSpPr>
          <p:cNvPr id="7" name="Line 95"/>
          <p:cNvSpPr>
            <a:spLocks noChangeShapeType="1"/>
          </p:cNvSpPr>
          <p:nvPr/>
        </p:nvSpPr>
        <p:spPr bwMode="auto">
          <a:xfrm>
            <a:off x="457200" y="1219200"/>
            <a:ext cx="7524000" cy="0"/>
          </a:xfrm>
          <a:prstGeom prst="line">
            <a:avLst/>
          </a:prstGeom>
          <a:noFill/>
          <a:ln w="88900" cmpd="thinThick">
            <a:solidFill>
              <a:srgbClr val="9294C0"/>
            </a:solidFill>
            <a:round/>
            <a:headEnd/>
            <a:tailEnd/>
          </a:ln>
          <a:effectLst/>
        </p:spPr>
        <p:txBody>
          <a:bodyPr wrap="none" anchor="ctr"/>
          <a:lstStyle/>
          <a:p>
            <a:endParaRPr lang="zh-CN" altLang="en-US"/>
          </a:p>
        </p:txBody>
      </p:sp>
      <p:sp>
        <p:nvSpPr>
          <p:cNvPr id="9" name="圆角右箭头 8"/>
          <p:cNvSpPr/>
          <p:nvPr/>
        </p:nvSpPr>
        <p:spPr bwMode="auto">
          <a:xfrm>
            <a:off x="3124200" y="5257800"/>
            <a:ext cx="990600" cy="381000"/>
          </a:xfrm>
          <a:prstGeom prst="bentArrow">
            <a:avLst/>
          </a:prstGeom>
          <a:solidFill>
            <a:schemeClr val="accent1"/>
          </a:solidFill>
          <a:ln w="9525" cap="flat" cmpd="sng" algn="ctr">
            <a:noFill/>
            <a:prstDash val="solid"/>
            <a:round/>
            <a:headEnd type="none" w="med" len="med"/>
            <a:tailEnd type="none" w="med" len="med"/>
          </a:ln>
          <a:effectLst/>
          <a:scene3d>
            <a:camera prst="orthographicFront">
              <a:rot lat="5400000" lon="0" rev="0"/>
            </a:camera>
            <a:lightRig rig="threePt" dir="t"/>
          </a:scene3d>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smtClean="0">
              <a:ln>
                <a:noFill/>
              </a:ln>
              <a:solidFill>
                <a:schemeClr val="tx1"/>
              </a:solidFill>
              <a:effectLst/>
              <a:latin typeface="Arial" pitchFamily="34" charset="0"/>
            </a:endParaRPr>
          </a:p>
        </p:txBody>
      </p:sp>
      <p:sp>
        <p:nvSpPr>
          <p:cNvPr id="13" name="灯片编号占位符 12"/>
          <p:cNvSpPr>
            <a:spLocks noGrp="1"/>
          </p:cNvSpPr>
          <p:nvPr>
            <p:ph type="sldNum" sz="quarter" idx="12"/>
          </p:nvPr>
        </p:nvSpPr>
        <p:spPr/>
        <p:txBody>
          <a:bodyPr/>
          <a:lstStyle/>
          <a:p>
            <a:fld id="{AE60A1FF-8927-450B-A360-23049E3230E2}" type="slidenum">
              <a:rPr lang="zh-CN" altLang="en-US" smtClean="0"/>
              <a:pPr/>
              <a:t>16</a:t>
            </a:fld>
            <a:endParaRPr lang="en-US" altLang="zh-CN"/>
          </a:p>
        </p:txBody>
      </p:sp>
      <p:pic>
        <p:nvPicPr>
          <p:cNvPr id="10" name="内容占位符 6" descr="师大图标.png"/>
          <p:cNvPicPr>
            <a:picLocks noChangeAspect="1"/>
          </p:cNvPicPr>
          <p:nvPr/>
        </p:nvPicPr>
        <p:blipFill>
          <a:blip r:embed="rId2"/>
          <a:stretch>
            <a:fillRect/>
          </a:stretch>
        </p:blipFill>
        <p:spPr bwMode="auto">
          <a:xfrm>
            <a:off x="838200" y="343000"/>
            <a:ext cx="800000" cy="800000"/>
          </a:xfrm>
          <a:prstGeom prst="rect">
            <a:avLst/>
          </a:prstGeom>
          <a:noFill/>
          <a:ln w="9525">
            <a:noFill/>
            <a:miter lim="800000"/>
            <a:headEnd/>
            <a:tailEnd/>
          </a:ln>
          <a:effectLst/>
        </p:spPr>
      </p:pic>
      <p:pic>
        <p:nvPicPr>
          <p:cNvPr id="8" name="Picture 2" descr="ms-help://ESRI.EDNv9.2/NET_Engine/bitmaps/bef38cda-6aa0-42f0-8346-13030f84b9c82.png"/>
          <p:cNvPicPr>
            <a:picLocks noChangeAspect="1" noChangeArrowheads="1"/>
          </p:cNvPicPr>
          <p:nvPr/>
        </p:nvPicPr>
        <p:blipFill>
          <a:blip r:embed="rId3"/>
          <a:srcRect t="2532" b="6329"/>
          <a:stretch>
            <a:fillRect/>
          </a:stretch>
        </p:blipFill>
        <p:spPr bwMode="auto">
          <a:xfrm>
            <a:off x="3429000" y="1752600"/>
            <a:ext cx="5350934" cy="4876800"/>
          </a:xfrm>
          <a:prstGeom prst="rect">
            <a:avLst/>
          </a:prstGeom>
          <a:noFill/>
        </p:spPr>
      </p:pic>
      <p:sp>
        <p:nvSpPr>
          <p:cNvPr id="11" name="矩形 10"/>
          <p:cNvSpPr/>
          <p:nvPr/>
        </p:nvSpPr>
        <p:spPr>
          <a:xfrm>
            <a:off x="152400" y="2209800"/>
            <a:ext cx="3048000" cy="1938992"/>
          </a:xfrm>
          <a:prstGeom prst="rect">
            <a:avLst/>
          </a:prstGeom>
        </p:spPr>
        <p:txBody>
          <a:bodyPr wrap="square">
            <a:spAutoFit/>
          </a:bodyPr>
          <a:lstStyle/>
          <a:p>
            <a:pPr lvl="1"/>
            <a:r>
              <a:rPr lang="zh-CN" altLang="en-US" sz="2000" dirty="0" smtClean="0">
                <a:ea typeface="黑体" pitchFamily="2" charset="-122"/>
              </a:rPr>
              <a:t>是一个类，不能直接创建，需要使用工作空间工厂对象来创建。</a:t>
            </a:r>
            <a:r>
              <a:rPr lang="en-US" altLang="zh-CN" sz="2000" dirty="0" err="1" smtClean="0">
                <a:ea typeface="黑体" pitchFamily="2" charset="-122"/>
              </a:rPr>
              <a:t>WorkspaceFactory</a:t>
            </a:r>
            <a:r>
              <a:rPr lang="zh-CN" altLang="en-US" sz="2000" dirty="0" smtClean="0">
                <a:ea typeface="黑体" pitchFamily="2" charset="-122"/>
              </a:rPr>
              <a:t>是</a:t>
            </a:r>
            <a:r>
              <a:rPr lang="en-US" altLang="zh-CN" sz="2000" dirty="0" err="1" smtClean="0">
                <a:ea typeface="黑体" pitchFamily="2" charset="-122"/>
              </a:rPr>
              <a:t>geodatabase</a:t>
            </a:r>
            <a:r>
              <a:rPr lang="zh-CN" altLang="en-US" sz="2000" dirty="0" smtClean="0">
                <a:ea typeface="黑体" pitchFamily="2" charset="-122"/>
              </a:rPr>
              <a:t>的入口。</a:t>
            </a:r>
            <a:endParaRPr lang="en-US" altLang="zh-CN" sz="2000" dirty="0" smtClean="0">
              <a:ea typeface="黑体" pitchFamily="2" charset="-122"/>
            </a:endParaRPr>
          </a:p>
        </p:txBody>
      </p:sp>
    </p:spTree>
  </p:cSld>
  <p:clrMapOvr>
    <a:masterClrMapping/>
  </p:clrMapOvr>
  <p:transition>
    <p:split dir="in"/>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5</a:t>
            </a:r>
            <a:r>
              <a:rPr lang="zh-CN" altLang="en-US" dirty="0" smtClean="0"/>
              <a:t>、</a:t>
            </a:r>
            <a:r>
              <a:rPr lang="en-US" altLang="zh-CN" dirty="0" err="1" smtClean="0"/>
              <a:t>GeoDatabase</a:t>
            </a:r>
            <a:r>
              <a:rPr lang="zh-CN" altLang="en-US" dirty="0" smtClean="0"/>
              <a:t>模型</a:t>
            </a:r>
            <a:endParaRPr lang="zh-CN" altLang="en-US" dirty="0"/>
          </a:p>
        </p:txBody>
      </p:sp>
      <p:sp>
        <p:nvSpPr>
          <p:cNvPr id="6" name="内容占位符 5"/>
          <p:cNvSpPr>
            <a:spLocks noGrp="1"/>
          </p:cNvSpPr>
          <p:nvPr>
            <p:ph idx="1"/>
          </p:nvPr>
        </p:nvSpPr>
        <p:spPr/>
        <p:txBody>
          <a:bodyPr/>
          <a:lstStyle/>
          <a:p>
            <a:r>
              <a:rPr lang="en-US" altLang="zh-CN" dirty="0" err="1" smtClean="0">
                <a:solidFill>
                  <a:schemeClr val="tx1"/>
                </a:solidFill>
                <a:latin typeface="+mj-lt"/>
                <a:ea typeface="黑体" pitchFamily="2" charset="-122"/>
              </a:rPr>
              <a:t>WorkspaceFactory</a:t>
            </a:r>
            <a:endParaRPr lang="en-US" altLang="zh-CN" dirty="0" smtClean="0">
              <a:solidFill>
                <a:schemeClr val="tx1"/>
              </a:solidFill>
              <a:latin typeface="+mj-lt"/>
              <a:ea typeface="黑体" pitchFamily="2" charset="-122"/>
            </a:endParaRPr>
          </a:p>
          <a:p>
            <a:pPr lvl="1">
              <a:buNone/>
            </a:pPr>
            <a:r>
              <a:rPr lang="en-US" altLang="zh-CN" sz="2000" dirty="0" err="1" smtClean="0">
                <a:latin typeface="+mj-lt"/>
                <a:ea typeface="黑体" pitchFamily="2" charset="-122"/>
              </a:rPr>
              <a:t>IWorkspaceFactory</a:t>
            </a:r>
            <a:r>
              <a:rPr lang="zh-CN" altLang="en-US" sz="2000" dirty="0" smtClean="0">
                <a:latin typeface="+mj-lt"/>
                <a:ea typeface="黑体" pitchFamily="2" charset="-122"/>
              </a:rPr>
              <a:t>定义了所有工作</a:t>
            </a:r>
            <a:endParaRPr lang="en-US" altLang="zh-CN" sz="2000" dirty="0" smtClean="0">
              <a:latin typeface="+mj-lt"/>
              <a:ea typeface="黑体" pitchFamily="2" charset="-122"/>
            </a:endParaRPr>
          </a:p>
          <a:p>
            <a:pPr lvl="1">
              <a:buNone/>
            </a:pPr>
            <a:r>
              <a:rPr lang="zh-CN" altLang="en-US" sz="2000" dirty="0" smtClean="0">
                <a:latin typeface="+mj-lt"/>
                <a:ea typeface="黑体" pitchFamily="2" charset="-122"/>
              </a:rPr>
              <a:t>空间对象的一般属性和方法</a:t>
            </a:r>
            <a:endParaRPr lang="en-US" altLang="zh-CN" sz="2000" dirty="0" smtClean="0">
              <a:solidFill>
                <a:schemeClr val="tx1"/>
              </a:solidFill>
              <a:latin typeface="+mj-lt"/>
              <a:ea typeface="黑体" pitchFamily="2" charset="-122"/>
            </a:endParaRPr>
          </a:p>
          <a:p>
            <a:pPr lvl="1">
              <a:buNone/>
            </a:pPr>
            <a:endParaRPr lang="en-US" altLang="zh-CN" dirty="0" smtClean="0">
              <a:solidFill>
                <a:schemeClr val="tx1"/>
              </a:solidFill>
              <a:latin typeface="+mj-lt"/>
              <a:ea typeface="黑体" pitchFamily="2" charset="-122"/>
            </a:endParaRPr>
          </a:p>
          <a:p>
            <a:endParaRPr lang="en-US" altLang="zh-CN" dirty="0" smtClean="0">
              <a:solidFill>
                <a:schemeClr val="tx1"/>
              </a:solidFill>
              <a:latin typeface="+mj-lt"/>
              <a:ea typeface="黑体" pitchFamily="2" charset="-122"/>
            </a:endParaRPr>
          </a:p>
          <a:p>
            <a:pPr lvl="1"/>
            <a:endParaRPr lang="en-US" altLang="zh-CN" dirty="0" smtClean="0">
              <a:solidFill>
                <a:schemeClr val="tx1"/>
              </a:solidFill>
              <a:ea typeface="黑体" pitchFamily="2" charset="-122"/>
            </a:endParaRPr>
          </a:p>
        </p:txBody>
      </p:sp>
      <p:sp>
        <p:nvSpPr>
          <p:cNvPr id="7" name="Line 95"/>
          <p:cNvSpPr>
            <a:spLocks noChangeShapeType="1"/>
          </p:cNvSpPr>
          <p:nvPr/>
        </p:nvSpPr>
        <p:spPr bwMode="auto">
          <a:xfrm>
            <a:off x="457200" y="1219200"/>
            <a:ext cx="7524000" cy="0"/>
          </a:xfrm>
          <a:prstGeom prst="line">
            <a:avLst/>
          </a:prstGeom>
          <a:noFill/>
          <a:ln w="88900" cmpd="thinThick">
            <a:solidFill>
              <a:srgbClr val="9294C0"/>
            </a:solidFill>
            <a:round/>
            <a:headEnd/>
            <a:tailEnd/>
          </a:ln>
          <a:effectLst/>
        </p:spPr>
        <p:txBody>
          <a:bodyPr wrap="none" anchor="ctr"/>
          <a:lstStyle/>
          <a:p>
            <a:endParaRPr lang="zh-CN" altLang="en-US"/>
          </a:p>
        </p:txBody>
      </p:sp>
      <p:sp>
        <p:nvSpPr>
          <p:cNvPr id="9" name="圆角右箭头 8"/>
          <p:cNvSpPr/>
          <p:nvPr/>
        </p:nvSpPr>
        <p:spPr bwMode="auto">
          <a:xfrm>
            <a:off x="3124200" y="5257800"/>
            <a:ext cx="990600" cy="381000"/>
          </a:xfrm>
          <a:prstGeom prst="bentArrow">
            <a:avLst/>
          </a:prstGeom>
          <a:solidFill>
            <a:schemeClr val="accent1"/>
          </a:solidFill>
          <a:ln w="9525" cap="flat" cmpd="sng" algn="ctr">
            <a:noFill/>
            <a:prstDash val="solid"/>
            <a:round/>
            <a:headEnd type="none" w="med" len="med"/>
            <a:tailEnd type="none" w="med" len="med"/>
          </a:ln>
          <a:effectLst/>
          <a:scene3d>
            <a:camera prst="orthographicFront">
              <a:rot lat="5400000" lon="0" rev="0"/>
            </a:camera>
            <a:lightRig rig="threePt" dir="t"/>
          </a:scene3d>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smtClean="0">
              <a:ln>
                <a:noFill/>
              </a:ln>
              <a:solidFill>
                <a:schemeClr val="tx1"/>
              </a:solidFill>
              <a:effectLst/>
              <a:latin typeface="Arial" pitchFamily="34" charset="0"/>
            </a:endParaRPr>
          </a:p>
        </p:txBody>
      </p:sp>
      <p:sp>
        <p:nvSpPr>
          <p:cNvPr id="13" name="灯片编号占位符 12"/>
          <p:cNvSpPr>
            <a:spLocks noGrp="1"/>
          </p:cNvSpPr>
          <p:nvPr>
            <p:ph type="sldNum" sz="quarter" idx="12"/>
          </p:nvPr>
        </p:nvSpPr>
        <p:spPr/>
        <p:txBody>
          <a:bodyPr/>
          <a:lstStyle/>
          <a:p>
            <a:fld id="{AE60A1FF-8927-450B-A360-23049E3230E2}" type="slidenum">
              <a:rPr lang="zh-CN" altLang="en-US" smtClean="0"/>
              <a:pPr/>
              <a:t>17</a:t>
            </a:fld>
            <a:endParaRPr lang="en-US" altLang="zh-CN"/>
          </a:p>
        </p:txBody>
      </p:sp>
      <p:pic>
        <p:nvPicPr>
          <p:cNvPr id="10" name="内容占位符 6" descr="师大图标.png"/>
          <p:cNvPicPr>
            <a:picLocks noChangeAspect="1"/>
          </p:cNvPicPr>
          <p:nvPr/>
        </p:nvPicPr>
        <p:blipFill>
          <a:blip r:embed="rId2"/>
          <a:stretch>
            <a:fillRect/>
          </a:stretch>
        </p:blipFill>
        <p:spPr bwMode="auto">
          <a:xfrm>
            <a:off x="838200" y="343000"/>
            <a:ext cx="800000" cy="800000"/>
          </a:xfrm>
          <a:prstGeom prst="rect">
            <a:avLst/>
          </a:prstGeom>
          <a:noFill/>
          <a:ln w="9525">
            <a:noFill/>
            <a:miter lim="800000"/>
            <a:headEnd/>
            <a:tailEnd/>
          </a:ln>
          <a:effectLst/>
        </p:spPr>
      </p:pic>
      <p:pic>
        <p:nvPicPr>
          <p:cNvPr id="8195" name="Picture 3"/>
          <p:cNvPicPr>
            <a:picLocks noChangeAspect="1" noChangeArrowheads="1"/>
          </p:cNvPicPr>
          <p:nvPr/>
        </p:nvPicPr>
        <p:blipFill>
          <a:blip r:embed="rId3"/>
          <a:srcRect/>
          <a:stretch>
            <a:fillRect/>
          </a:stretch>
        </p:blipFill>
        <p:spPr bwMode="auto">
          <a:xfrm>
            <a:off x="6324600" y="43336"/>
            <a:ext cx="2819400" cy="6814664"/>
          </a:xfrm>
          <a:prstGeom prst="rect">
            <a:avLst/>
          </a:prstGeom>
          <a:noFill/>
          <a:ln w="9525">
            <a:noFill/>
            <a:miter lim="800000"/>
            <a:headEnd/>
            <a:tailEnd/>
          </a:ln>
          <a:effectLst/>
        </p:spPr>
      </p:pic>
      <p:pic>
        <p:nvPicPr>
          <p:cNvPr id="8196" name="Picture 4"/>
          <p:cNvPicPr>
            <a:picLocks noChangeAspect="1" noChangeArrowheads="1"/>
          </p:cNvPicPr>
          <p:nvPr/>
        </p:nvPicPr>
        <p:blipFill>
          <a:blip r:embed="rId4"/>
          <a:srcRect/>
          <a:stretch>
            <a:fillRect/>
          </a:stretch>
        </p:blipFill>
        <p:spPr bwMode="auto">
          <a:xfrm>
            <a:off x="457200" y="2468705"/>
            <a:ext cx="5867400" cy="4389295"/>
          </a:xfrm>
          <a:prstGeom prst="rect">
            <a:avLst/>
          </a:prstGeom>
          <a:noFill/>
          <a:ln w="9525">
            <a:noFill/>
            <a:miter lim="800000"/>
            <a:headEnd/>
            <a:tailEnd/>
          </a:ln>
          <a:effectLst/>
        </p:spPr>
      </p:pic>
      <p:sp>
        <p:nvSpPr>
          <p:cNvPr id="11" name="矩形 10"/>
          <p:cNvSpPr/>
          <p:nvPr/>
        </p:nvSpPr>
        <p:spPr bwMode="auto">
          <a:xfrm>
            <a:off x="381000" y="4267200"/>
            <a:ext cx="2667000" cy="533400"/>
          </a:xfrm>
          <a:prstGeom prst="rect">
            <a:avLst/>
          </a:prstGeom>
          <a:solidFill>
            <a:srgbClr val="FF0000">
              <a:alpha val="33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smtClean="0">
              <a:ln>
                <a:noFill/>
              </a:ln>
              <a:solidFill>
                <a:schemeClr val="tx1"/>
              </a:solidFill>
              <a:effectLst/>
              <a:latin typeface="Arial" pitchFamily="34" charset="0"/>
            </a:endParaRPr>
          </a:p>
        </p:txBody>
      </p:sp>
      <p:sp>
        <p:nvSpPr>
          <p:cNvPr id="12" name="矩形 11"/>
          <p:cNvSpPr/>
          <p:nvPr/>
        </p:nvSpPr>
        <p:spPr bwMode="auto">
          <a:xfrm>
            <a:off x="381000" y="5867400"/>
            <a:ext cx="2667000" cy="685800"/>
          </a:xfrm>
          <a:prstGeom prst="rect">
            <a:avLst/>
          </a:prstGeom>
          <a:solidFill>
            <a:srgbClr val="FF0000">
              <a:alpha val="33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smtClean="0">
              <a:ln>
                <a:noFill/>
              </a:ln>
              <a:solidFill>
                <a:schemeClr val="tx1"/>
              </a:solidFill>
              <a:effectLst/>
              <a:latin typeface="Arial" pitchFamily="34" charset="0"/>
            </a:endParaRPr>
          </a:p>
        </p:txBody>
      </p:sp>
    </p:spTree>
  </p:cSld>
  <p:clrMapOvr>
    <a:masterClrMapping/>
  </p:clrMapOvr>
  <p:transition>
    <p:split dir="in"/>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5</a:t>
            </a:r>
            <a:r>
              <a:rPr lang="zh-CN" altLang="en-US" dirty="0" smtClean="0"/>
              <a:t>、</a:t>
            </a:r>
            <a:r>
              <a:rPr lang="en-US" altLang="zh-CN" dirty="0" err="1" smtClean="0"/>
              <a:t>GeoDatabase</a:t>
            </a:r>
            <a:r>
              <a:rPr lang="zh-CN" altLang="en-US" dirty="0" smtClean="0"/>
              <a:t>模型</a:t>
            </a:r>
            <a:endParaRPr lang="zh-CN" altLang="en-US" dirty="0"/>
          </a:p>
        </p:txBody>
      </p:sp>
      <p:sp>
        <p:nvSpPr>
          <p:cNvPr id="6" name="内容占位符 5"/>
          <p:cNvSpPr>
            <a:spLocks noGrp="1"/>
          </p:cNvSpPr>
          <p:nvPr>
            <p:ph idx="1"/>
          </p:nvPr>
        </p:nvSpPr>
        <p:spPr/>
        <p:txBody>
          <a:bodyPr/>
          <a:lstStyle/>
          <a:p>
            <a:r>
              <a:rPr lang="en-US" altLang="zh-CN" dirty="0" err="1" smtClean="0">
                <a:solidFill>
                  <a:schemeClr val="tx1"/>
                </a:solidFill>
                <a:latin typeface="+mj-lt"/>
                <a:ea typeface="黑体" pitchFamily="2" charset="-122"/>
              </a:rPr>
              <a:t>IWorkspace</a:t>
            </a:r>
            <a:r>
              <a:rPr lang="zh-CN" altLang="en-US" dirty="0" smtClean="0">
                <a:solidFill>
                  <a:schemeClr val="tx1"/>
                </a:solidFill>
                <a:latin typeface="+mj-lt"/>
                <a:ea typeface="黑体" pitchFamily="2" charset="-122"/>
              </a:rPr>
              <a:t>接口</a:t>
            </a:r>
            <a:endParaRPr lang="en-US" altLang="zh-CN" dirty="0" smtClean="0">
              <a:solidFill>
                <a:schemeClr val="tx1"/>
              </a:solidFill>
              <a:latin typeface="+mj-lt"/>
              <a:ea typeface="黑体" pitchFamily="2" charset="-122"/>
            </a:endParaRPr>
          </a:p>
          <a:p>
            <a:pPr lvl="1"/>
            <a:r>
              <a:rPr lang="zh-CN" altLang="en-US" sz="2000" dirty="0" smtClean="0">
                <a:latin typeface="+mj-lt"/>
                <a:ea typeface="黑体" pitchFamily="2" charset="-122"/>
              </a:rPr>
              <a:t>定义一个工作空间最普通的属性和方法</a:t>
            </a:r>
            <a:endParaRPr lang="en-US" altLang="zh-CN" sz="2000" dirty="0" smtClean="0">
              <a:latin typeface="+mj-lt"/>
              <a:ea typeface="黑体" pitchFamily="2" charset="-122"/>
            </a:endParaRPr>
          </a:p>
          <a:p>
            <a:pPr lvl="1"/>
            <a:r>
              <a:rPr lang="en-US" altLang="zh-CN" sz="2000" dirty="0" err="1" smtClean="0">
                <a:solidFill>
                  <a:schemeClr val="tx1"/>
                </a:solidFill>
                <a:latin typeface="+mj-lt"/>
                <a:ea typeface="黑体" pitchFamily="2" charset="-122"/>
              </a:rPr>
              <a:t>ConnectionProperties</a:t>
            </a:r>
            <a:endParaRPr lang="en-US" altLang="zh-CN" sz="2000" dirty="0" smtClean="0">
              <a:solidFill>
                <a:schemeClr val="tx1"/>
              </a:solidFill>
              <a:latin typeface="+mj-lt"/>
              <a:ea typeface="黑体" pitchFamily="2" charset="-122"/>
            </a:endParaRPr>
          </a:p>
          <a:p>
            <a:pPr lvl="2"/>
            <a:r>
              <a:rPr lang="zh-CN" altLang="en-US" sz="1800" dirty="0" smtClean="0">
                <a:latin typeface="+mj-lt"/>
                <a:ea typeface="黑体" pitchFamily="2" charset="-122"/>
              </a:rPr>
              <a:t>连接属性对象集对象</a:t>
            </a:r>
            <a:endParaRPr lang="en-US" altLang="zh-CN" sz="1800" dirty="0" smtClean="0">
              <a:latin typeface="+mj-lt"/>
              <a:ea typeface="黑体" pitchFamily="2" charset="-122"/>
            </a:endParaRPr>
          </a:p>
          <a:p>
            <a:pPr lvl="1"/>
            <a:r>
              <a:rPr lang="en-US" altLang="zh-CN" sz="2000" dirty="0" smtClean="0">
                <a:solidFill>
                  <a:schemeClr val="tx1"/>
                </a:solidFill>
                <a:latin typeface="+mj-lt"/>
                <a:ea typeface="黑体" pitchFamily="2" charset="-122"/>
              </a:rPr>
              <a:t>Datasets</a:t>
            </a:r>
            <a:r>
              <a:rPr lang="zh-CN" altLang="en-US" sz="2000" dirty="0" smtClean="0">
                <a:solidFill>
                  <a:schemeClr val="tx1"/>
                </a:solidFill>
                <a:latin typeface="+mj-lt"/>
                <a:ea typeface="黑体" pitchFamily="2" charset="-122"/>
              </a:rPr>
              <a:t>：数据集枚举对象</a:t>
            </a:r>
            <a:endParaRPr lang="en-US" altLang="zh-CN" sz="2000" dirty="0" smtClean="0">
              <a:solidFill>
                <a:schemeClr val="tx1"/>
              </a:solidFill>
              <a:latin typeface="+mj-lt"/>
              <a:ea typeface="黑体" pitchFamily="2" charset="-122"/>
            </a:endParaRPr>
          </a:p>
          <a:p>
            <a:pPr lvl="1"/>
            <a:r>
              <a:rPr lang="en-US" altLang="zh-CN" sz="2000" dirty="0" smtClean="0">
                <a:latin typeface="+mj-lt"/>
                <a:ea typeface="黑体" pitchFamily="2" charset="-122"/>
              </a:rPr>
              <a:t>Type</a:t>
            </a:r>
            <a:r>
              <a:rPr lang="zh-CN" altLang="en-US" sz="2000" dirty="0" smtClean="0">
                <a:latin typeface="+mj-lt"/>
                <a:ea typeface="黑体" pitchFamily="2" charset="-122"/>
              </a:rPr>
              <a:t>：工作空间类型</a:t>
            </a:r>
            <a:endParaRPr lang="en-US" altLang="zh-CN" sz="2000" dirty="0" smtClean="0">
              <a:latin typeface="+mj-lt"/>
              <a:ea typeface="黑体" pitchFamily="2" charset="-122"/>
            </a:endParaRPr>
          </a:p>
          <a:p>
            <a:pPr lvl="1"/>
            <a:r>
              <a:rPr lang="en-US" altLang="zh-CN" sz="2000" dirty="0" err="1" smtClean="0">
                <a:solidFill>
                  <a:schemeClr val="tx1"/>
                </a:solidFill>
                <a:latin typeface="+mj-lt"/>
                <a:ea typeface="黑体" pitchFamily="2" charset="-122"/>
              </a:rPr>
              <a:t>WorkspaceFactory</a:t>
            </a:r>
            <a:r>
              <a:rPr lang="en-US" altLang="zh-CN" sz="2000" dirty="0" smtClean="0">
                <a:solidFill>
                  <a:schemeClr val="tx1"/>
                </a:solidFill>
                <a:latin typeface="+mj-lt"/>
                <a:ea typeface="黑体" pitchFamily="2" charset="-122"/>
              </a:rPr>
              <a:t>:</a:t>
            </a:r>
            <a:r>
              <a:rPr lang="zh-CN" altLang="en-US" sz="2000" dirty="0" smtClean="0">
                <a:solidFill>
                  <a:schemeClr val="tx1"/>
                </a:solidFill>
                <a:latin typeface="+mj-lt"/>
                <a:ea typeface="黑体" pitchFamily="2" charset="-122"/>
              </a:rPr>
              <a:t>工作空间种类</a:t>
            </a:r>
            <a:endParaRPr lang="en-US" altLang="zh-CN" sz="2000" dirty="0" smtClean="0">
              <a:solidFill>
                <a:schemeClr val="tx1"/>
              </a:solidFill>
              <a:latin typeface="+mj-lt"/>
              <a:ea typeface="黑体" pitchFamily="2" charset="-122"/>
            </a:endParaRPr>
          </a:p>
          <a:p>
            <a:endParaRPr lang="en-US" altLang="zh-CN" sz="2000" dirty="0" smtClean="0">
              <a:latin typeface="+mj-lt"/>
              <a:ea typeface="黑体" pitchFamily="2" charset="-122"/>
            </a:endParaRPr>
          </a:p>
          <a:p>
            <a:pPr lvl="2"/>
            <a:endParaRPr lang="en-US" altLang="zh-CN" sz="1800" dirty="0" smtClean="0">
              <a:latin typeface="+mj-lt"/>
              <a:ea typeface="黑体" pitchFamily="2" charset="-122"/>
            </a:endParaRPr>
          </a:p>
          <a:p>
            <a:pPr lvl="1">
              <a:buNone/>
            </a:pPr>
            <a:endParaRPr lang="en-US" altLang="zh-CN" dirty="0" smtClean="0">
              <a:solidFill>
                <a:schemeClr val="tx1"/>
              </a:solidFill>
              <a:latin typeface="+mj-lt"/>
              <a:ea typeface="黑体" pitchFamily="2" charset="-122"/>
            </a:endParaRPr>
          </a:p>
          <a:p>
            <a:pPr lvl="1">
              <a:buNone/>
            </a:pPr>
            <a:endParaRPr lang="en-US" altLang="zh-CN" dirty="0" smtClean="0">
              <a:solidFill>
                <a:schemeClr val="tx1"/>
              </a:solidFill>
              <a:latin typeface="+mj-lt"/>
              <a:ea typeface="黑体" pitchFamily="2" charset="-122"/>
            </a:endParaRPr>
          </a:p>
          <a:p>
            <a:endParaRPr lang="en-US" altLang="zh-CN" dirty="0" smtClean="0">
              <a:solidFill>
                <a:schemeClr val="tx1"/>
              </a:solidFill>
              <a:latin typeface="+mj-lt"/>
              <a:ea typeface="黑体" pitchFamily="2" charset="-122"/>
            </a:endParaRPr>
          </a:p>
          <a:p>
            <a:pPr lvl="1"/>
            <a:endParaRPr lang="en-US" altLang="zh-CN" dirty="0" smtClean="0">
              <a:solidFill>
                <a:schemeClr val="tx1"/>
              </a:solidFill>
              <a:ea typeface="黑体" pitchFamily="2" charset="-122"/>
            </a:endParaRPr>
          </a:p>
        </p:txBody>
      </p:sp>
      <p:sp>
        <p:nvSpPr>
          <p:cNvPr id="7" name="Line 95"/>
          <p:cNvSpPr>
            <a:spLocks noChangeShapeType="1"/>
          </p:cNvSpPr>
          <p:nvPr/>
        </p:nvSpPr>
        <p:spPr bwMode="auto">
          <a:xfrm>
            <a:off x="457200" y="1219200"/>
            <a:ext cx="7524000" cy="0"/>
          </a:xfrm>
          <a:prstGeom prst="line">
            <a:avLst/>
          </a:prstGeom>
          <a:noFill/>
          <a:ln w="88900" cmpd="thinThick">
            <a:solidFill>
              <a:srgbClr val="9294C0"/>
            </a:solidFill>
            <a:round/>
            <a:headEnd/>
            <a:tailEnd/>
          </a:ln>
          <a:effectLst/>
        </p:spPr>
        <p:txBody>
          <a:bodyPr wrap="none" anchor="ctr"/>
          <a:lstStyle/>
          <a:p>
            <a:endParaRPr lang="zh-CN" altLang="en-US"/>
          </a:p>
        </p:txBody>
      </p:sp>
      <p:sp>
        <p:nvSpPr>
          <p:cNvPr id="9" name="圆角右箭头 8"/>
          <p:cNvSpPr/>
          <p:nvPr/>
        </p:nvSpPr>
        <p:spPr bwMode="auto">
          <a:xfrm>
            <a:off x="3124200" y="5257800"/>
            <a:ext cx="990600" cy="381000"/>
          </a:xfrm>
          <a:prstGeom prst="bentArrow">
            <a:avLst/>
          </a:prstGeom>
          <a:solidFill>
            <a:schemeClr val="accent1"/>
          </a:solidFill>
          <a:ln w="9525" cap="flat" cmpd="sng" algn="ctr">
            <a:noFill/>
            <a:prstDash val="solid"/>
            <a:round/>
            <a:headEnd type="none" w="med" len="med"/>
            <a:tailEnd type="none" w="med" len="med"/>
          </a:ln>
          <a:effectLst/>
          <a:scene3d>
            <a:camera prst="orthographicFront">
              <a:rot lat="5400000" lon="0" rev="0"/>
            </a:camera>
            <a:lightRig rig="threePt" dir="t"/>
          </a:scene3d>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smtClean="0">
              <a:ln>
                <a:noFill/>
              </a:ln>
              <a:solidFill>
                <a:schemeClr val="tx1"/>
              </a:solidFill>
              <a:effectLst/>
              <a:latin typeface="Arial" pitchFamily="34" charset="0"/>
            </a:endParaRPr>
          </a:p>
        </p:txBody>
      </p:sp>
      <p:sp>
        <p:nvSpPr>
          <p:cNvPr id="13" name="灯片编号占位符 12"/>
          <p:cNvSpPr>
            <a:spLocks noGrp="1"/>
          </p:cNvSpPr>
          <p:nvPr>
            <p:ph type="sldNum" sz="quarter" idx="12"/>
          </p:nvPr>
        </p:nvSpPr>
        <p:spPr/>
        <p:txBody>
          <a:bodyPr/>
          <a:lstStyle/>
          <a:p>
            <a:fld id="{AE60A1FF-8927-450B-A360-23049E3230E2}" type="slidenum">
              <a:rPr lang="zh-CN" altLang="en-US" smtClean="0"/>
              <a:pPr/>
              <a:t>18</a:t>
            </a:fld>
            <a:endParaRPr lang="en-US" altLang="zh-CN"/>
          </a:p>
        </p:txBody>
      </p:sp>
      <p:pic>
        <p:nvPicPr>
          <p:cNvPr id="10" name="内容占位符 6" descr="师大图标.png"/>
          <p:cNvPicPr>
            <a:picLocks noChangeAspect="1"/>
          </p:cNvPicPr>
          <p:nvPr/>
        </p:nvPicPr>
        <p:blipFill>
          <a:blip r:embed="rId2"/>
          <a:stretch>
            <a:fillRect/>
          </a:stretch>
        </p:blipFill>
        <p:spPr bwMode="auto">
          <a:xfrm>
            <a:off x="838200" y="343000"/>
            <a:ext cx="800000" cy="800000"/>
          </a:xfrm>
          <a:prstGeom prst="rect">
            <a:avLst/>
          </a:prstGeom>
          <a:noFill/>
          <a:ln w="9525">
            <a:noFill/>
            <a:miter lim="800000"/>
            <a:headEnd/>
            <a:tailEnd/>
          </a:ln>
          <a:effectLst/>
        </p:spPr>
      </p:pic>
      <p:pic>
        <p:nvPicPr>
          <p:cNvPr id="38915" name="Picture 3"/>
          <p:cNvPicPr>
            <a:picLocks noChangeAspect="1" noChangeArrowheads="1"/>
          </p:cNvPicPr>
          <p:nvPr/>
        </p:nvPicPr>
        <p:blipFill>
          <a:blip r:embed="rId3"/>
          <a:srcRect/>
          <a:stretch>
            <a:fillRect/>
          </a:stretch>
        </p:blipFill>
        <p:spPr bwMode="auto">
          <a:xfrm>
            <a:off x="5791200" y="1543050"/>
            <a:ext cx="3105150" cy="5314950"/>
          </a:xfrm>
          <a:prstGeom prst="rect">
            <a:avLst/>
          </a:prstGeom>
          <a:noFill/>
          <a:ln w="9525">
            <a:noFill/>
            <a:miter lim="800000"/>
            <a:headEnd/>
            <a:tailEnd/>
          </a:ln>
          <a:effectLst/>
        </p:spPr>
      </p:pic>
      <p:pic>
        <p:nvPicPr>
          <p:cNvPr id="38916" name="Picture 4"/>
          <p:cNvPicPr>
            <a:picLocks noChangeAspect="1" noChangeArrowheads="1"/>
          </p:cNvPicPr>
          <p:nvPr/>
        </p:nvPicPr>
        <p:blipFill>
          <a:blip r:embed="rId4"/>
          <a:srcRect/>
          <a:stretch>
            <a:fillRect/>
          </a:stretch>
        </p:blipFill>
        <p:spPr bwMode="auto">
          <a:xfrm>
            <a:off x="0" y="4400550"/>
            <a:ext cx="5655621" cy="2457450"/>
          </a:xfrm>
          <a:prstGeom prst="rect">
            <a:avLst/>
          </a:prstGeom>
          <a:noFill/>
          <a:ln w="9525">
            <a:noFill/>
            <a:miter lim="800000"/>
            <a:headEnd/>
            <a:tailEnd/>
          </a:ln>
          <a:effectLst/>
        </p:spPr>
      </p:pic>
    </p:spTree>
  </p:cSld>
  <p:clrMapOvr>
    <a:masterClrMapping/>
  </p:clrMapOvr>
  <p:transition>
    <p:split dir="in"/>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5</a:t>
            </a:r>
            <a:r>
              <a:rPr lang="zh-CN" altLang="en-US" dirty="0" smtClean="0"/>
              <a:t>、</a:t>
            </a:r>
            <a:r>
              <a:rPr lang="en-US" altLang="zh-CN" dirty="0" err="1" smtClean="0"/>
              <a:t>GeoDatabase</a:t>
            </a:r>
            <a:r>
              <a:rPr lang="zh-CN" altLang="en-US" dirty="0" smtClean="0"/>
              <a:t>模型</a:t>
            </a:r>
            <a:endParaRPr lang="zh-CN" altLang="en-US" dirty="0"/>
          </a:p>
        </p:txBody>
      </p:sp>
      <p:sp>
        <p:nvSpPr>
          <p:cNvPr id="6" name="内容占位符 5"/>
          <p:cNvSpPr>
            <a:spLocks noGrp="1"/>
          </p:cNvSpPr>
          <p:nvPr>
            <p:ph idx="1"/>
          </p:nvPr>
        </p:nvSpPr>
        <p:spPr/>
        <p:txBody>
          <a:bodyPr/>
          <a:lstStyle/>
          <a:p>
            <a:r>
              <a:rPr lang="zh-CN" altLang="en-US" dirty="0" smtClean="0">
                <a:solidFill>
                  <a:schemeClr val="tx1"/>
                </a:solidFill>
                <a:latin typeface="+mj-lt"/>
                <a:ea typeface="黑体" pitchFamily="2" charset="-122"/>
              </a:rPr>
              <a:t>获得</a:t>
            </a:r>
            <a:r>
              <a:rPr lang="en-US" altLang="zh-CN" dirty="0" smtClean="0">
                <a:solidFill>
                  <a:schemeClr val="tx1"/>
                </a:solidFill>
                <a:latin typeface="+mj-lt"/>
                <a:ea typeface="黑体" pitchFamily="2" charset="-122"/>
              </a:rPr>
              <a:t>Workspace</a:t>
            </a:r>
          </a:p>
          <a:p>
            <a:pPr lvl="1"/>
            <a:r>
              <a:rPr lang="zh-CN" altLang="en-US" sz="2000" dirty="0" smtClean="0">
                <a:ea typeface="黑体" pitchFamily="2" charset="-122"/>
              </a:rPr>
              <a:t>通过</a:t>
            </a:r>
            <a:r>
              <a:rPr lang="en-US" altLang="zh-CN" sz="2000" dirty="0" err="1" smtClean="0">
                <a:ea typeface="黑体" pitchFamily="2" charset="-122"/>
              </a:rPr>
              <a:t>WorkspaceFactory</a:t>
            </a:r>
            <a:r>
              <a:rPr lang="zh-CN" altLang="en-US" sz="2000" dirty="0" smtClean="0">
                <a:ea typeface="黑体" pitchFamily="2" charset="-122"/>
              </a:rPr>
              <a:t>的</a:t>
            </a:r>
            <a:r>
              <a:rPr lang="en-US" altLang="zh-CN" sz="2000" dirty="0" err="1" smtClean="0">
                <a:ea typeface="黑体" pitchFamily="2" charset="-122"/>
              </a:rPr>
              <a:t>OpenFromFile</a:t>
            </a:r>
            <a:r>
              <a:rPr lang="zh-CN" altLang="en-US" sz="2000" dirty="0" smtClean="0">
                <a:ea typeface="黑体" pitchFamily="2" charset="-122"/>
              </a:rPr>
              <a:t>方法</a:t>
            </a:r>
            <a:endParaRPr lang="en-US" altLang="zh-CN" sz="2000" dirty="0" smtClean="0">
              <a:solidFill>
                <a:schemeClr val="tx1"/>
              </a:solidFill>
              <a:latin typeface="+mj-lt"/>
              <a:ea typeface="黑体" pitchFamily="2" charset="-122"/>
            </a:endParaRPr>
          </a:p>
          <a:p>
            <a:pPr lvl="1">
              <a:buNone/>
            </a:pPr>
            <a:r>
              <a:rPr lang="en-US" altLang="zh-CN" sz="1800" dirty="0" smtClean="0">
                <a:latin typeface="+mj-lt"/>
                <a:ea typeface="黑体" pitchFamily="2" charset="-122"/>
              </a:rPr>
              <a:t>Dim </a:t>
            </a:r>
            <a:r>
              <a:rPr lang="en-US" altLang="zh-CN" sz="1800" dirty="0" err="1" smtClean="0">
                <a:latin typeface="+mj-lt"/>
                <a:ea typeface="黑体" pitchFamily="2" charset="-122"/>
              </a:rPr>
              <a:t>pAWF</a:t>
            </a:r>
            <a:r>
              <a:rPr lang="en-US" altLang="zh-CN" sz="1800" dirty="0" smtClean="0">
                <a:latin typeface="+mj-lt"/>
                <a:ea typeface="黑体" pitchFamily="2" charset="-122"/>
              </a:rPr>
              <a:t> as </a:t>
            </a:r>
            <a:r>
              <a:rPr lang="en-US" altLang="zh-CN" sz="1800" dirty="0" err="1" smtClean="0">
                <a:latin typeface="+mj-lt"/>
                <a:ea typeface="黑体" pitchFamily="2" charset="-122"/>
              </a:rPr>
              <a:t>IWorkspaceFactory</a:t>
            </a:r>
            <a:r>
              <a:rPr lang="en-US" altLang="zh-CN" sz="1800" dirty="0" smtClean="0">
                <a:latin typeface="+mj-lt"/>
                <a:ea typeface="黑体" pitchFamily="2" charset="-122"/>
              </a:rPr>
              <a:t> = New </a:t>
            </a:r>
            <a:r>
              <a:rPr lang="en-US" altLang="zh-CN" sz="1800" dirty="0" err="1" smtClean="0">
                <a:latin typeface="+mj-lt"/>
                <a:ea typeface="黑体" pitchFamily="2" charset="-122"/>
              </a:rPr>
              <a:t>AccessWorkspaceFactory</a:t>
            </a:r>
            <a:endParaRPr lang="en-US" altLang="zh-CN" sz="1800" dirty="0" smtClean="0">
              <a:latin typeface="+mj-lt"/>
              <a:ea typeface="黑体" pitchFamily="2" charset="-122"/>
            </a:endParaRPr>
          </a:p>
          <a:p>
            <a:pPr lvl="1">
              <a:buNone/>
            </a:pPr>
            <a:endParaRPr lang="en-US" altLang="zh-CN" sz="1800" dirty="0" smtClean="0">
              <a:solidFill>
                <a:schemeClr val="tx1"/>
              </a:solidFill>
              <a:latin typeface="+mj-lt"/>
              <a:ea typeface="黑体" pitchFamily="2" charset="-122"/>
            </a:endParaRPr>
          </a:p>
          <a:p>
            <a:pPr lvl="1">
              <a:buNone/>
            </a:pPr>
            <a:r>
              <a:rPr lang="en-US" altLang="zh-CN" sz="1800" dirty="0" smtClean="0">
                <a:latin typeface="+mj-lt"/>
                <a:ea typeface="黑体" pitchFamily="2" charset="-122"/>
              </a:rPr>
              <a:t>Dim  </a:t>
            </a:r>
            <a:r>
              <a:rPr lang="en-US" altLang="zh-CN" sz="1800" dirty="0" err="1" smtClean="0">
                <a:latin typeface="+mj-lt"/>
                <a:ea typeface="黑体" pitchFamily="2" charset="-122"/>
              </a:rPr>
              <a:t>pWorkspace</a:t>
            </a:r>
            <a:r>
              <a:rPr lang="en-US" altLang="zh-CN" sz="1800" dirty="0" smtClean="0">
                <a:latin typeface="+mj-lt"/>
                <a:ea typeface="黑体" pitchFamily="2" charset="-122"/>
              </a:rPr>
              <a:t> as </a:t>
            </a:r>
            <a:r>
              <a:rPr lang="en-US" altLang="zh-CN" sz="1800" dirty="0" err="1" smtClean="0">
                <a:latin typeface="+mj-lt"/>
                <a:ea typeface="黑体" pitchFamily="2" charset="-122"/>
              </a:rPr>
              <a:t>Iworkspace</a:t>
            </a:r>
            <a:endParaRPr lang="en-US" altLang="zh-CN" sz="1800" dirty="0" smtClean="0">
              <a:latin typeface="+mj-lt"/>
              <a:ea typeface="黑体" pitchFamily="2" charset="-122"/>
            </a:endParaRPr>
          </a:p>
          <a:p>
            <a:pPr lvl="1">
              <a:buNone/>
            </a:pPr>
            <a:r>
              <a:rPr lang="en-US" altLang="zh-CN" sz="1800" dirty="0" err="1" smtClean="0">
                <a:latin typeface="+mj-lt"/>
                <a:ea typeface="黑体" pitchFamily="2" charset="-122"/>
              </a:rPr>
              <a:t>pWorkspace</a:t>
            </a:r>
            <a:r>
              <a:rPr lang="en-US" altLang="zh-CN" sz="1800" dirty="0" smtClean="0">
                <a:latin typeface="+mj-lt"/>
                <a:ea typeface="黑体" pitchFamily="2" charset="-122"/>
              </a:rPr>
              <a:t> = </a:t>
            </a:r>
            <a:r>
              <a:rPr lang="en-US" altLang="zh-CN" sz="1800" dirty="0" err="1" smtClean="0">
                <a:latin typeface="+mj-lt"/>
                <a:ea typeface="黑体" pitchFamily="2" charset="-122"/>
              </a:rPr>
              <a:t>pAWF</a:t>
            </a:r>
            <a:r>
              <a:rPr lang="en-US" altLang="zh-CN" sz="1800" dirty="0" smtClean="0">
                <a:latin typeface="+mj-lt"/>
                <a:ea typeface="黑体" pitchFamily="2" charset="-122"/>
              </a:rPr>
              <a:t> .</a:t>
            </a:r>
            <a:r>
              <a:rPr lang="en-US" altLang="zh-CN" sz="1800" dirty="0" err="1" smtClean="0">
                <a:latin typeface="+mj-lt"/>
                <a:ea typeface="黑体" pitchFamily="2" charset="-122"/>
              </a:rPr>
              <a:t>OpenFromFile</a:t>
            </a:r>
            <a:r>
              <a:rPr lang="en-US" altLang="zh-CN" sz="1800" dirty="0" smtClean="0">
                <a:latin typeface="+mj-lt"/>
                <a:ea typeface="黑体" pitchFamily="2" charset="-122"/>
              </a:rPr>
              <a:t>(“…..\.mdb”,0)</a:t>
            </a:r>
          </a:p>
          <a:p>
            <a:pPr lvl="1">
              <a:buNone/>
            </a:pPr>
            <a:endParaRPr lang="en-US" altLang="zh-CN" sz="1800" dirty="0" smtClean="0">
              <a:solidFill>
                <a:schemeClr val="tx1"/>
              </a:solidFill>
              <a:latin typeface="+mj-lt"/>
              <a:ea typeface="黑体" pitchFamily="2" charset="-122"/>
            </a:endParaRPr>
          </a:p>
          <a:p>
            <a:pPr lvl="1">
              <a:buNone/>
            </a:pPr>
            <a:r>
              <a:rPr lang="en-US" altLang="zh-CN" sz="1800" dirty="0" smtClean="0">
                <a:latin typeface="+mj-lt"/>
                <a:ea typeface="黑体" pitchFamily="2" charset="-122"/>
              </a:rPr>
              <a:t>Dim </a:t>
            </a:r>
            <a:r>
              <a:rPr lang="en-US" altLang="zh-CN" sz="1800" dirty="0" err="1" smtClean="0">
                <a:latin typeface="+mj-lt"/>
                <a:ea typeface="黑体" pitchFamily="2" charset="-122"/>
              </a:rPr>
              <a:t>pEDataset</a:t>
            </a:r>
            <a:r>
              <a:rPr lang="en-US" altLang="zh-CN" sz="1800" dirty="0" smtClean="0">
                <a:latin typeface="+mj-lt"/>
                <a:ea typeface="黑体" pitchFamily="2" charset="-122"/>
              </a:rPr>
              <a:t>  as </a:t>
            </a:r>
            <a:r>
              <a:rPr lang="en-US" altLang="zh-CN" sz="1800" dirty="0" err="1" smtClean="0">
                <a:latin typeface="+mj-lt"/>
                <a:ea typeface="黑体" pitchFamily="2" charset="-122"/>
              </a:rPr>
              <a:t>IEnumDataset</a:t>
            </a:r>
            <a:r>
              <a:rPr lang="en-US" altLang="zh-CN" sz="1800" dirty="0" smtClean="0">
                <a:latin typeface="+mj-lt"/>
                <a:ea typeface="黑体" pitchFamily="2" charset="-122"/>
              </a:rPr>
              <a:t> = </a:t>
            </a:r>
            <a:r>
              <a:rPr lang="en-US" altLang="zh-CN" sz="1800" dirty="0" err="1" smtClean="0">
                <a:latin typeface="+mj-lt"/>
                <a:ea typeface="黑体" pitchFamily="2" charset="-122"/>
              </a:rPr>
              <a:t>pWorkspace.Dataset</a:t>
            </a:r>
            <a:r>
              <a:rPr lang="en-US" altLang="zh-CN" sz="1800" dirty="0" smtClean="0">
                <a:latin typeface="+mj-lt"/>
                <a:ea typeface="黑体" pitchFamily="2" charset="-122"/>
              </a:rPr>
              <a:t>(1)</a:t>
            </a:r>
          </a:p>
          <a:p>
            <a:pPr lvl="1">
              <a:buNone/>
            </a:pPr>
            <a:r>
              <a:rPr lang="en-US" altLang="zh-CN" sz="1800" dirty="0" err="1" smtClean="0">
                <a:latin typeface="+mj-lt"/>
                <a:ea typeface="黑体" pitchFamily="2" charset="-122"/>
              </a:rPr>
              <a:t>pEDataset.Reset</a:t>
            </a:r>
            <a:r>
              <a:rPr lang="en-US" altLang="zh-CN" sz="1800" dirty="0" smtClean="0">
                <a:latin typeface="+mj-lt"/>
                <a:ea typeface="黑体" pitchFamily="2" charset="-122"/>
              </a:rPr>
              <a:t>()</a:t>
            </a:r>
          </a:p>
          <a:p>
            <a:pPr lvl="1">
              <a:buNone/>
            </a:pPr>
            <a:r>
              <a:rPr lang="en-US" altLang="zh-CN" sz="1800" dirty="0" smtClean="0">
                <a:latin typeface="+mj-lt"/>
                <a:ea typeface="黑体" pitchFamily="2" charset="-122"/>
              </a:rPr>
              <a:t>Dim </a:t>
            </a:r>
            <a:r>
              <a:rPr lang="en-US" altLang="zh-CN" sz="1800" dirty="0" err="1" smtClean="0">
                <a:latin typeface="+mj-lt"/>
                <a:ea typeface="黑体" pitchFamily="2" charset="-122"/>
              </a:rPr>
              <a:t>pDataset</a:t>
            </a:r>
            <a:r>
              <a:rPr lang="en-US" altLang="zh-CN" sz="1800" dirty="0" smtClean="0">
                <a:latin typeface="+mj-lt"/>
                <a:ea typeface="黑体" pitchFamily="2" charset="-122"/>
              </a:rPr>
              <a:t> as </a:t>
            </a:r>
            <a:r>
              <a:rPr lang="en-US" altLang="zh-CN" sz="1800" dirty="0" err="1" smtClean="0">
                <a:latin typeface="+mj-lt"/>
                <a:ea typeface="黑体" pitchFamily="2" charset="-122"/>
              </a:rPr>
              <a:t>idataset</a:t>
            </a:r>
            <a:r>
              <a:rPr lang="en-US" altLang="zh-CN" sz="1800" dirty="0" smtClean="0">
                <a:latin typeface="+mj-lt"/>
                <a:ea typeface="黑体" pitchFamily="2" charset="-122"/>
              </a:rPr>
              <a:t> = </a:t>
            </a:r>
            <a:r>
              <a:rPr lang="en-US" altLang="zh-CN" sz="1800" dirty="0" err="1" smtClean="0">
                <a:latin typeface="+mj-lt"/>
                <a:ea typeface="黑体" pitchFamily="2" charset="-122"/>
              </a:rPr>
              <a:t>pEdataSet.next</a:t>
            </a:r>
            <a:endParaRPr lang="en-US" altLang="zh-CN" sz="1800" dirty="0" smtClean="0">
              <a:latin typeface="+mj-lt"/>
              <a:ea typeface="黑体" pitchFamily="2" charset="-122"/>
            </a:endParaRPr>
          </a:p>
          <a:p>
            <a:pPr lvl="1">
              <a:buNone/>
            </a:pPr>
            <a:r>
              <a:rPr lang="en-US" altLang="zh-CN" sz="1800" dirty="0" smtClean="0">
                <a:latin typeface="+mj-lt"/>
                <a:ea typeface="黑体" pitchFamily="2" charset="-122"/>
              </a:rPr>
              <a:t>Do While Not </a:t>
            </a:r>
            <a:r>
              <a:rPr lang="en-US" altLang="zh-CN" sz="1800" dirty="0" err="1" smtClean="0">
                <a:latin typeface="+mj-lt"/>
                <a:ea typeface="黑体" pitchFamily="2" charset="-122"/>
              </a:rPr>
              <a:t>pDataset</a:t>
            </a:r>
            <a:r>
              <a:rPr lang="en-US" altLang="zh-CN" sz="1800" dirty="0" smtClean="0">
                <a:latin typeface="+mj-lt"/>
                <a:ea typeface="黑体" pitchFamily="2" charset="-122"/>
              </a:rPr>
              <a:t> is Nothing</a:t>
            </a:r>
          </a:p>
          <a:p>
            <a:pPr lvl="1">
              <a:buNone/>
            </a:pPr>
            <a:r>
              <a:rPr lang="en-US" altLang="zh-CN" sz="1800" dirty="0" smtClean="0">
                <a:latin typeface="+mj-lt"/>
                <a:ea typeface="黑体" pitchFamily="2" charset="-122"/>
              </a:rPr>
              <a:t>    </a:t>
            </a:r>
            <a:r>
              <a:rPr lang="en-US" altLang="zh-CN" sz="1800" dirty="0" err="1" smtClean="0">
                <a:latin typeface="+mj-lt"/>
                <a:ea typeface="黑体" pitchFamily="2" charset="-122"/>
              </a:rPr>
              <a:t>MessageBox.Show</a:t>
            </a:r>
            <a:r>
              <a:rPr lang="en-US" altLang="zh-CN" sz="1800" dirty="0" smtClean="0">
                <a:latin typeface="+mj-lt"/>
                <a:ea typeface="黑体" pitchFamily="2" charset="-122"/>
              </a:rPr>
              <a:t>(</a:t>
            </a:r>
            <a:r>
              <a:rPr lang="en-US" altLang="zh-CN" sz="1800" dirty="0" err="1" smtClean="0">
                <a:latin typeface="+mj-lt"/>
                <a:ea typeface="黑体" pitchFamily="2" charset="-122"/>
              </a:rPr>
              <a:t>pDataSet.Name</a:t>
            </a:r>
            <a:r>
              <a:rPr lang="en-US" altLang="zh-CN" sz="1800" dirty="0" smtClean="0">
                <a:latin typeface="+mj-lt"/>
                <a:ea typeface="黑体" pitchFamily="2" charset="-122"/>
              </a:rPr>
              <a:t>)</a:t>
            </a:r>
          </a:p>
          <a:p>
            <a:pPr lvl="1">
              <a:buNone/>
            </a:pPr>
            <a:r>
              <a:rPr lang="en-US" altLang="zh-CN" sz="1800" dirty="0" smtClean="0">
                <a:latin typeface="+mj-lt"/>
                <a:ea typeface="黑体" pitchFamily="2" charset="-122"/>
              </a:rPr>
              <a:t>    </a:t>
            </a:r>
            <a:r>
              <a:rPr lang="en-US" altLang="zh-CN" sz="1800" dirty="0" err="1" smtClean="0">
                <a:latin typeface="+mj-lt"/>
                <a:ea typeface="黑体" pitchFamily="2" charset="-122"/>
              </a:rPr>
              <a:t>pDataSet</a:t>
            </a:r>
            <a:r>
              <a:rPr lang="en-US" altLang="zh-CN" sz="1800" dirty="0" smtClean="0">
                <a:latin typeface="+mj-lt"/>
                <a:ea typeface="黑体" pitchFamily="2" charset="-122"/>
              </a:rPr>
              <a:t> = </a:t>
            </a:r>
            <a:r>
              <a:rPr lang="en-US" altLang="zh-CN" sz="1800" dirty="0" err="1" smtClean="0">
                <a:latin typeface="+mj-lt"/>
                <a:ea typeface="黑体" pitchFamily="2" charset="-122"/>
              </a:rPr>
              <a:t>pEDataSet.Next</a:t>
            </a:r>
            <a:endParaRPr lang="en-US" altLang="zh-CN" sz="1800" dirty="0" smtClean="0">
              <a:latin typeface="+mj-lt"/>
              <a:ea typeface="黑体" pitchFamily="2" charset="-122"/>
            </a:endParaRPr>
          </a:p>
          <a:p>
            <a:pPr lvl="1">
              <a:buNone/>
            </a:pPr>
            <a:r>
              <a:rPr lang="en-US" altLang="zh-CN" sz="1800" dirty="0" smtClean="0">
                <a:latin typeface="+mj-lt"/>
                <a:ea typeface="黑体" pitchFamily="2" charset="-122"/>
              </a:rPr>
              <a:t>Loop</a:t>
            </a:r>
          </a:p>
        </p:txBody>
      </p:sp>
      <p:sp>
        <p:nvSpPr>
          <p:cNvPr id="7" name="Line 95"/>
          <p:cNvSpPr>
            <a:spLocks noChangeShapeType="1"/>
          </p:cNvSpPr>
          <p:nvPr/>
        </p:nvSpPr>
        <p:spPr bwMode="auto">
          <a:xfrm>
            <a:off x="457200" y="1219200"/>
            <a:ext cx="7524000" cy="0"/>
          </a:xfrm>
          <a:prstGeom prst="line">
            <a:avLst/>
          </a:prstGeom>
          <a:noFill/>
          <a:ln w="88900" cmpd="thinThick">
            <a:solidFill>
              <a:srgbClr val="9294C0"/>
            </a:solidFill>
            <a:round/>
            <a:headEnd/>
            <a:tailEnd/>
          </a:ln>
          <a:effectLst/>
        </p:spPr>
        <p:txBody>
          <a:bodyPr wrap="none" anchor="ctr"/>
          <a:lstStyle/>
          <a:p>
            <a:endParaRPr lang="zh-CN" altLang="en-US"/>
          </a:p>
        </p:txBody>
      </p:sp>
      <p:sp>
        <p:nvSpPr>
          <p:cNvPr id="9" name="圆角右箭头 8"/>
          <p:cNvSpPr/>
          <p:nvPr/>
        </p:nvSpPr>
        <p:spPr bwMode="auto">
          <a:xfrm>
            <a:off x="3124200" y="5257800"/>
            <a:ext cx="990600" cy="381000"/>
          </a:xfrm>
          <a:prstGeom prst="bentArrow">
            <a:avLst/>
          </a:prstGeom>
          <a:solidFill>
            <a:schemeClr val="accent1"/>
          </a:solidFill>
          <a:ln w="9525" cap="flat" cmpd="sng" algn="ctr">
            <a:noFill/>
            <a:prstDash val="solid"/>
            <a:round/>
            <a:headEnd type="none" w="med" len="med"/>
            <a:tailEnd type="none" w="med" len="med"/>
          </a:ln>
          <a:effectLst/>
          <a:scene3d>
            <a:camera prst="orthographicFront">
              <a:rot lat="5400000" lon="0" rev="0"/>
            </a:camera>
            <a:lightRig rig="threePt" dir="t"/>
          </a:scene3d>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smtClean="0">
              <a:ln>
                <a:noFill/>
              </a:ln>
              <a:solidFill>
                <a:schemeClr val="tx1"/>
              </a:solidFill>
              <a:effectLst/>
              <a:latin typeface="Arial" pitchFamily="34" charset="0"/>
            </a:endParaRPr>
          </a:p>
        </p:txBody>
      </p:sp>
      <p:sp>
        <p:nvSpPr>
          <p:cNvPr id="13" name="灯片编号占位符 12"/>
          <p:cNvSpPr>
            <a:spLocks noGrp="1"/>
          </p:cNvSpPr>
          <p:nvPr>
            <p:ph type="sldNum" sz="quarter" idx="12"/>
          </p:nvPr>
        </p:nvSpPr>
        <p:spPr/>
        <p:txBody>
          <a:bodyPr/>
          <a:lstStyle/>
          <a:p>
            <a:fld id="{AE60A1FF-8927-450B-A360-23049E3230E2}" type="slidenum">
              <a:rPr lang="zh-CN" altLang="en-US" smtClean="0"/>
              <a:pPr/>
              <a:t>19</a:t>
            </a:fld>
            <a:endParaRPr lang="en-US" altLang="zh-CN"/>
          </a:p>
        </p:txBody>
      </p:sp>
      <p:pic>
        <p:nvPicPr>
          <p:cNvPr id="10" name="内容占位符 6" descr="师大图标.png"/>
          <p:cNvPicPr>
            <a:picLocks noChangeAspect="1"/>
          </p:cNvPicPr>
          <p:nvPr/>
        </p:nvPicPr>
        <p:blipFill>
          <a:blip r:embed="rId2"/>
          <a:stretch>
            <a:fillRect/>
          </a:stretch>
        </p:blipFill>
        <p:spPr bwMode="auto">
          <a:xfrm>
            <a:off x="838200" y="343000"/>
            <a:ext cx="800000" cy="800000"/>
          </a:xfrm>
          <a:prstGeom prst="rect">
            <a:avLst/>
          </a:prstGeom>
          <a:noFill/>
          <a:ln w="9525">
            <a:noFill/>
            <a:miter lim="800000"/>
            <a:headEnd/>
            <a:tailEnd/>
          </a:ln>
          <a:effectLst/>
        </p:spPr>
      </p:pic>
    </p:spTree>
  </p:cSld>
  <p:clrMapOvr>
    <a:masterClrMapping/>
  </p:clrMapOvr>
  <p:transition>
    <p:split dir="in"/>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5</a:t>
            </a:r>
            <a:r>
              <a:rPr lang="zh-CN" altLang="en-US" dirty="0" smtClean="0"/>
              <a:t>、</a:t>
            </a:r>
            <a:r>
              <a:rPr lang="en-US" altLang="zh-CN" dirty="0" err="1" smtClean="0"/>
              <a:t>GeoDatabase</a:t>
            </a:r>
            <a:r>
              <a:rPr lang="zh-CN" altLang="en-US" dirty="0" smtClean="0"/>
              <a:t>模型</a:t>
            </a:r>
            <a:endParaRPr lang="zh-CN" altLang="en-US" dirty="0"/>
          </a:p>
        </p:txBody>
      </p:sp>
      <p:sp>
        <p:nvSpPr>
          <p:cNvPr id="6" name="内容占位符 5"/>
          <p:cNvSpPr>
            <a:spLocks noGrp="1"/>
          </p:cNvSpPr>
          <p:nvPr>
            <p:ph idx="1"/>
          </p:nvPr>
        </p:nvSpPr>
        <p:spPr>
          <a:xfrm>
            <a:off x="304800" y="1295400"/>
            <a:ext cx="8305800" cy="4724400"/>
          </a:xfrm>
        </p:spPr>
        <p:txBody>
          <a:bodyPr/>
          <a:lstStyle/>
          <a:p>
            <a:r>
              <a:rPr lang="en-US" altLang="zh-CN" sz="2400" dirty="0" err="1" smtClean="0">
                <a:solidFill>
                  <a:schemeClr val="tx1"/>
                </a:solidFill>
                <a:latin typeface="+mj-lt"/>
                <a:ea typeface="黑体" pitchFamily="2" charset="-122"/>
              </a:rPr>
              <a:t>IFeatureWorkspace</a:t>
            </a:r>
            <a:endParaRPr lang="en-US" altLang="zh-CN" sz="2400" dirty="0" smtClean="0">
              <a:solidFill>
                <a:schemeClr val="tx1"/>
              </a:solidFill>
              <a:latin typeface="+mj-lt"/>
              <a:ea typeface="黑体" pitchFamily="2" charset="-122"/>
            </a:endParaRPr>
          </a:p>
          <a:p>
            <a:pPr lvl="1"/>
            <a:endParaRPr lang="en-US" altLang="zh-CN" sz="2000" dirty="0" smtClean="0">
              <a:latin typeface="+mj-lt"/>
              <a:ea typeface="黑体" pitchFamily="2" charset="-122"/>
            </a:endParaRPr>
          </a:p>
          <a:p>
            <a:pPr lvl="2"/>
            <a:endParaRPr lang="en-US" altLang="zh-CN" sz="1800" dirty="0" smtClean="0">
              <a:latin typeface="+mj-lt"/>
              <a:ea typeface="黑体" pitchFamily="2" charset="-122"/>
            </a:endParaRPr>
          </a:p>
          <a:p>
            <a:pPr lvl="1">
              <a:buNone/>
            </a:pPr>
            <a:endParaRPr lang="en-US" altLang="zh-CN" dirty="0" smtClean="0">
              <a:solidFill>
                <a:schemeClr val="tx1"/>
              </a:solidFill>
              <a:latin typeface="+mj-lt"/>
              <a:ea typeface="黑体" pitchFamily="2" charset="-122"/>
            </a:endParaRPr>
          </a:p>
          <a:p>
            <a:pPr lvl="1">
              <a:buNone/>
            </a:pPr>
            <a:endParaRPr lang="en-US" altLang="zh-CN" dirty="0" smtClean="0">
              <a:solidFill>
                <a:schemeClr val="tx1"/>
              </a:solidFill>
              <a:latin typeface="+mj-lt"/>
              <a:ea typeface="黑体" pitchFamily="2" charset="-122"/>
            </a:endParaRPr>
          </a:p>
          <a:p>
            <a:endParaRPr lang="en-US" altLang="zh-CN" dirty="0" smtClean="0">
              <a:solidFill>
                <a:schemeClr val="tx1"/>
              </a:solidFill>
              <a:latin typeface="+mj-lt"/>
              <a:ea typeface="黑体" pitchFamily="2" charset="-122"/>
            </a:endParaRPr>
          </a:p>
          <a:p>
            <a:pPr lvl="1"/>
            <a:endParaRPr lang="en-US" altLang="zh-CN" dirty="0" smtClean="0">
              <a:solidFill>
                <a:schemeClr val="tx1"/>
              </a:solidFill>
              <a:ea typeface="黑体" pitchFamily="2" charset="-122"/>
            </a:endParaRPr>
          </a:p>
        </p:txBody>
      </p:sp>
      <p:sp>
        <p:nvSpPr>
          <p:cNvPr id="7" name="Line 95"/>
          <p:cNvSpPr>
            <a:spLocks noChangeShapeType="1"/>
          </p:cNvSpPr>
          <p:nvPr/>
        </p:nvSpPr>
        <p:spPr bwMode="auto">
          <a:xfrm>
            <a:off x="457200" y="1219200"/>
            <a:ext cx="7524000" cy="0"/>
          </a:xfrm>
          <a:prstGeom prst="line">
            <a:avLst/>
          </a:prstGeom>
          <a:noFill/>
          <a:ln w="88900" cmpd="thinThick">
            <a:solidFill>
              <a:srgbClr val="9294C0"/>
            </a:solidFill>
            <a:round/>
            <a:headEnd/>
            <a:tailEnd/>
          </a:ln>
          <a:effectLst/>
        </p:spPr>
        <p:txBody>
          <a:bodyPr wrap="none" anchor="ctr"/>
          <a:lstStyle/>
          <a:p>
            <a:endParaRPr lang="zh-CN" altLang="en-US"/>
          </a:p>
        </p:txBody>
      </p:sp>
      <p:sp>
        <p:nvSpPr>
          <p:cNvPr id="9" name="圆角右箭头 8"/>
          <p:cNvSpPr/>
          <p:nvPr/>
        </p:nvSpPr>
        <p:spPr bwMode="auto">
          <a:xfrm>
            <a:off x="3124200" y="5257800"/>
            <a:ext cx="990600" cy="381000"/>
          </a:xfrm>
          <a:prstGeom prst="bentArrow">
            <a:avLst/>
          </a:prstGeom>
          <a:solidFill>
            <a:schemeClr val="accent1"/>
          </a:solidFill>
          <a:ln w="9525" cap="flat" cmpd="sng" algn="ctr">
            <a:noFill/>
            <a:prstDash val="solid"/>
            <a:round/>
            <a:headEnd type="none" w="med" len="med"/>
            <a:tailEnd type="none" w="med" len="med"/>
          </a:ln>
          <a:effectLst/>
          <a:scene3d>
            <a:camera prst="orthographicFront">
              <a:rot lat="5400000" lon="0" rev="0"/>
            </a:camera>
            <a:lightRig rig="threePt" dir="t"/>
          </a:scene3d>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smtClean="0">
              <a:ln>
                <a:noFill/>
              </a:ln>
              <a:solidFill>
                <a:schemeClr val="tx1"/>
              </a:solidFill>
              <a:effectLst/>
              <a:latin typeface="Arial" pitchFamily="34" charset="0"/>
            </a:endParaRPr>
          </a:p>
        </p:txBody>
      </p:sp>
      <p:sp>
        <p:nvSpPr>
          <p:cNvPr id="13" name="灯片编号占位符 12"/>
          <p:cNvSpPr>
            <a:spLocks noGrp="1"/>
          </p:cNvSpPr>
          <p:nvPr>
            <p:ph type="sldNum" sz="quarter" idx="12"/>
          </p:nvPr>
        </p:nvSpPr>
        <p:spPr/>
        <p:txBody>
          <a:bodyPr/>
          <a:lstStyle/>
          <a:p>
            <a:fld id="{AE60A1FF-8927-450B-A360-23049E3230E2}" type="slidenum">
              <a:rPr lang="zh-CN" altLang="en-US" smtClean="0"/>
              <a:pPr/>
              <a:t>20</a:t>
            </a:fld>
            <a:endParaRPr lang="en-US" altLang="zh-CN"/>
          </a:p>
        </p:txBody>
      </p:sp>
      <p:pic>
        <p:nvPicPr>
          <p:cNvPr id="10" name="内容占位符 6" descr="师大图标.png"/>
          <p:cNvPicPr>
            <a:picLocks noChangeAspect="1"/>
          </p:cNvPicPr>
          <p:nvPr/>
        </p:nvPicPr>
        <p:blipFill>
          <a:blip r:embed="rId2"/>
          <a:stretch>
            <a:fillRect/>
          </a:stretch>
        </p:blipFill>
        <p:spPr bwMode="auto">
          <a:xfrm>
            <a:off x="838200" y="343000"/>
            <a:ext cx="800000" cy="800000"/>
          </a:xfrm>
          <a:prstGeom prst="rect">
            <a:avLst/>
          </a:prstGeom>
          <a:noFill/>
          <a:ln w="9525">
            <a:noFill/>
            <a:miter lim="800000"/>
            <a:headEnd/>
            <a:tailEnd/>
          </a:ln>
          <a:effectLst/>
        </p:spPr>
      </p:pic>
      <p:pic>
        <p:nvPicPr>
          <p:cNvPr id="39938" name="Picture 2"/>
          <p:cNvPicPr>
            <a:picLocks noChangeAspect="1" noChangeArrowheads="1"/>
          </p:cNvPicPr>
          <p:nvPr/>
        </p:nvPicPr>
        <p:blipFill>
          <a:blip r:embed="rId3"/>
          <a:srcRect/>
          <a:stretch>
            <a:fillRect/>
          </a:stretch>
        </p:blipFill>
        <p:spPr bwMode="auto">
          <a:xfrm>
            <a:off x="3505200" y="1008872"/>
            <a:ext cx="5638800" cy="5849128"/>
          </a:xfrm>
          <a:prstGeom prst="rect">
            <a:avLst/>
          </a:prstGeom>
          <a:noFill/>
          <a:ln w="9525">
            <a:noFill/>
            <a:miter lim="800000"/>
            <a:headEnd/>
            <a:tailEnd/>
          </a:ln>
          <a:effectLst/>
        </p:spPr>
      </p:pic>
      <p:sp>
        <p:nvSpPr>
          <p:cNvPr id="11" name="矩形 10"/>
          <p:cNvSpPr/>
          <p:nvPr/>
        </p:nvSpPr>
        <p:spPr>
          <a:xfrm>
            <a:off x="0" y="2133600"/>
            <a:ext cx="3478837" cy="1754326"/>
          </a:xfrm>
          <a:prstGeom prst="rect">
            <a:avLst/>
          </a:prstGeom>
        </p:spPr>
        <p:txBody>
          <a:bodyPr wrap="none">
            <a:spAutoFit/>
          </a:bodyPr>
          <a:lstStyle/>
          <a:p>
            <a:r>
              <a:rPr lang="zh-CN" altLang="en-US" dirty="0" smtClean="0">
                <a:ea typeface="黑体" pitchFamily="2" charset="-122"/>
              </a:rPr>
              <a:t>主要用于管理要素的数据集：</a:t>
            </a:r>
            <a:endParaRPr lang="en-US" altLang="zh-CN" dirty="0" smtClean="0">
              <a:ea typeface="黑体" pitchFamily="2" charset="-122"/>
            </a:endParaRPr>
          </a:p>
          <a:p>
            <a:r>
              <a:rPr lang="zh-CN" altLang="en-US" dirty="0" smtClean="0">
                <a:ea typeface="黑体" pitchFamily="2" charset="-122"/>
              </a:rPr>
              <a:t>表（</a:t>
            </a:r>
            <a:r>
              <a:rPr lang="en-US" altLang="zh-CN" dirty="0" smtClean="0">
                <a:ea typeface="黑体" pitchFamily="2" charset="-122"/>
              </a:rPr>
              <a:t>table</a:t>
            </a:r>
            <a:r>
              <a:rPr lang="zh-CN" altLang="en-US" dirty="0" smtClean="0">
                <a:ea typeface="黑体" pitchFamily="2" charset="-122"/>
              </a:rPr>
              <a:t>）</a:t>
            </a:r>
            <a:endParaRPr lang="en-US" altLang="zh-CN" dirty="0" smtClean="0">
              <a:ea typeface="黑体" pitchFamily="2" charset="-122"/>
            </a:endParaRPr>
          </a:p>
          <a:p>
            <a:r>
              <a:rPr lang="zh-CN" altLang="en-US" dirty="0" smtClean="0">
                <a:ea typeface="黑体" pitchFamily="2" charset="-122"/>
              </a:rPr>
              <a:t>对象类（</a:t>
            </a:r>
            <a:r>
              <a:rPr lang="en-US" altLang="zh-CN" dirty="0" err="1" smtClean="0">
                <a:ea typeface="黑体" pitchFamily="2" charset="-122"/>
              </a:rPr>
              <a:t>ObjectClass</a:t>
            </a:r>
            <a:r>
              <a:rPr lang="zh-CN" altLang="en-US" dirty="0" smtClean="0">
                <a:ea typeface="黑体" pitchFamily="2" charset="-122"/>
              </a:rPr>
              <a:t>）</a:t>
            </a:r>
            <a:endParaRPr lang="en-US" altLang="zh-CN" dirty="0" smtClean="0">
              <a:ea typeface="黑体" pitchFamily="2" charset="-122"/>
            </a:endParaRPr>
          </a:p>
          <a:p>
            <a:r>
              <a:rPr lang="zh-CN" altLang="en-US" dirty="0" smtClean="0">
                <a:ea typeface="黑体" pitchFamily="2" charset="-122"/>
              </a:rPr>
              <a:t>要素类（</a:t>
            </a:r>
            <a:r>
              <a:rPr lang="en-US" altLang="zh-CN" dirty="0" err="1" smtClean="0">
                <a:ea typeface="黑体" pitchFamily="2" charset="-122"/>
              </a:rPr>
              <a:t>FeatureClass</a:t>
            </a:r>
            <a:r>
              <a:rPr lang="zh-CN" altLang="en-US" dirty="0" smtClean="0">
                <a:ea typeface="黑体" pitchFamily="2" charset="-122"/>
              </a:rPr>
              <a:t>）</a:t>
            </a:r>
            <a:endParaRPr lang="en-US" altLang="zh-CN" dirty="0" smtClean="0">
              <a:ea typeface="黑体" pitchFamily="2" charset="-122"/>
            </a:endParaRPr>
          </a:p>
          <a:p>
            <a:r>
              <a:rPr lang="zh-CN" altLang="en-US" dirty="0" smtClean="0">
                <a:ea typeface="黑体" pitchFamily="2" charset="-122"/>
              </a:rPr>
              <a:t>要素数据集（</a:t>
            </a:r>
            <a:r>
              <a:rPr lang="en-US" altLang="zh-CN" dirty="0" err="1" smtClean="0">
                <a:ea typeface="黑体" pitchFamily="2" charset="-122"/>
              </a:rPr>
              <a:t>FeatureDataset</a:t>
            </a:r>
            <a:r>
              <a:rPr lang="zh-CN" altLang="en-US" dirty="0" smtClean="0">
                <a:ea typeface="黑体" pitchFamily="2" charset="-122"/>
              </a:rPr>
              <a:t>）</a:t>
            </a:r>
            <a:endParaRPr lang="en-US" altLang="zh-CN" dirty="0" smtClean="0">
              <a:ea typeface="黑体" pitchFamily="2" charset="-122"/>
            </a:endParaRPr>
          </a:p>
          <a:p>
            <a:r>
              <a:rPr lang="zh-CN" altLang="en-US" dirty="0" smtClean="0">
                <a:ea typeface="黑体" pitchFamily="2" charset="-122"/>
              </a:rPr>
              <a:t>关系类（</a:t>
            </a:r>
            <a:r>
              <a:rPr lang="en-US" altLang="zh-CN" dirty="0" err="1" smtClean="0">
                <a:ea typeface="黑体" pitchFamily="2" charset="-122"/>
              </a:rPr>
              <a:t>RelationshipClass</a:t>
            </a:r>
            <a:r>
              <a:rPr lang="zh-CN" altLang="en-US" dirty="0" smtClean="0">
                <a:ea typeface="黑体" pitchFamily="2" charset="-122"/>
              </a:rPr>
              <a:t>）</a:t>
            </a:r>
            <a:endParaRPr lang="zh-CN" altLang="en-US" dirty="0"/>
          </a:p>
        </p:txBody>
      </p:sp>
    </p:spTree>
  </p:cSld>
  <p:clrMapOvr>
    <a:masterClrMapping/>
  </p:clrMapOvr>
  <p:transition>
    <p:split dir="in"/>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5</a:t>
            </a:r>
            <a:r>
              <a:rPr lang="zh-CN" altLang="en-US" dirty="0" smtClean="0"/>
              <a:t>、</a:t>
            </a:r>
            <a:r>
              <a:rPr lang="en-US" altLang="zh-CN" dirty="0" err="1" smtClean="0"/>
              <a:t>GeoDatabase</a:t>
            </a:r>
            <a:r>
              <a:rPr lang="zh-CN" altLang="en-US" dirty="0" smtClean="0"/>
              <a:t>模型</a:t>
            </a:r>
            <a:endParaRPr lang="zh-CN" altLang="en-US" dirty="0"/>
          </a:p>
        </p:txBody>
      </p:sp>
      <p:sp>
        <p:nvSpPr>
          <p:cNvPr id="6" name="内容占位符 5"/>
          <p:cNvSpPr>
            <a:spLocks noGrp="1"/>
          </p:cNvSpPr>
          <p:nvPr>
            <p:ph idx="1"/>
          </p:nvPr>
        </p:nvSpPr>
        <p:spPr/>
        <p:txBody>
          <a:bodyPr/>
          <a:lstStyle/>
          <a:p>
            <a:r>
              <a:rPr lang="en-US" altLang="zh-CN" dirty="0" err="1" smtClean="0">
                <a:solidFill>
                  <a:schemeClr val="tx1"/>
                </a:solidFill>
                <a:ea typeface="黑体" pitchFamily="2" charset="-122"/>
              </a:rPr>
              <a:t>IFeatureWorkspace</a:t>
            </a:r>
            <a:endParaRPr lang="en-US" altLang="zh-CN" dirty="0" smtClean="0">
              <a:solidFill>
                <a:schemeClr val="tx1"/>
              </a:solidFill>
              <a:ea typeface="黑体" pitchFamily="2" charset="-122"/>
            </a:endParaRPr>
          </a:p>
          <a:p>
            <a:pPr lvl="1"/>
            <a:r>
              <a:rPr lang="zh-CN" altLang="en-US" sz="2000" dirty="0" smtClean="0">
                <a:latin typeface="+mj-lt"/>
                <a:ea typeface="黑体" pitchFamily="2" charset="-122"/>
              </a:rPr>
              <a:t>打开要素类</a:t>
            </a:r>
            <a:r>
              <a:rPr lang="en-US" altLang="zh-CN" sz="2000" dirty="0" smtClean="0">
                <a:latin typeface="+mj-lt"/>
                <a:ea typeface="黑体" pitchFamily="2" charset="-122"/>
              </a:rPr>
              <a:t>—</a:t>
            </a:r>
            <a:r>
              <a:rPr lang="en-US" altLang="zh-CN" sz="2000" dirty="0" err="1" smtClean="0">
                <a:latin typeface="+mj-lt"/>
                <a:ea typeface="黑体" pitchFamily="2" charset="-122"/>
              </a:rPr>
              <a:t>OpenFeatureClass</a:t>
            </a:r>
            <a:endParaRPr lang="en-US" altLang="zh-CN" sz="2000" dirty="0" smtClean="0">
              <a:latin typeface="+mj-lt"/>
              <a:ea typeface="黑体" pitchFamily="2" charset="-122"/>
            </a:endParaRPr>
          </a:p>
          <a:p>
            <a:pPr lvl="1"/>
            <a:r>
              <a:rPr lang="zh-CN" altLang="en-US" sz="2000" dirty="0" smtClean="0">
                <a:latin typeface="+mj-lt"/>
                <a:ea typeface="黑体" pitchFamily="2" charset="-122"/>
              </a:rPr>
              <a:t>创建要素类</a:t>
            </a:r>
            <a:r>
              <a:rPr lang="en-US" altLang="zh-CN" sz="2000" dirty="0" smtClean="0">
                <a:ea typeface="黑体" pitchFamily="2" charset="-122"/>
              </a:rPr>
              <a:t>— </a:t>
            </a:r>
            <a:r>
              <a:rPr lang="en-US" altLang="zh-CN" sz="2000" dirty="0" err="1" smtClean="0">
                <a:latin typeface="+mj-lt"/>
                <a:ea typeface="黑体" pitchFamily="2" charset="-122"/>
              </a:rPr>
              <a:t>CreateFeatureClass</a:t>
            </a:r>
            <a:endParaRPr lang="en-US" altLang="zh-CN" sz="2000" dirty="0" smtClean="0">
              <a:latin typeface="+mj-lt"/>
              <a:ea typeface="黑体" pitchFamily="2" charset="-122"/>
            </a:endParaRPr>
          </a:p>
          <a:p>
            <a:pPr lvl="1">
              <a:buNone/>
            </a:pPr>
            <a:endParaRPr lang="en-US" altLang="zh-CN" sz="2000" dirty="0" smtClean="0">
              <a:latin typeface="+mj-lt"/>
              <a:ea typeface="黑体" pitchFamily="2" charset="-122"/>
            </a:endParaRPr>
          </a:p>
          <a:p>
            <a:pPr lvl="2"/>
            <a:endParaRPr lang="en-US" altLang="zh-CN" sz="1800" dirty="0" smtClean="0">
              <a:latin typeface="+mj-lt"/>
              <a:ea typeface="黑体" pitchFamily="2" charset="-122"/>
            </a:endParaRPr>
          </a:p>
          <a:p>
            <a:pPr lvl="1">
              <a:buNone/>
            </a:pPr>
            <a:endParaRPr lang="en-US" altLang="zh-CN" dirty="0" smtClean="0">
              <a:solidFill>
                <a:schemeClr val="tx1"/>
              </a:solidFill>
              <a:latin typeface="+mj-lt"/>
              <a:ea typeface="黑体" pitchFamily="2" charset="-122"/>
            </a:endParaRPr>
          </a:p>
          <a:p>
            <a:pPr lvl="1">
              <a:buNone/>
            </a:pPr>
            <a:endParaRPr lang="en-US" altLang="zh-CN" dirty="0" smtClean="0">
              <a:solidFill>
                <a:schemeClr val="tx1"/>
              </a:solidFill>
              <a:latin typeface="+mj-lt"/>
              <a:ea typeface="黑体" pitchFamily="2" charset="-122"/>
            </a:endParaRPr>
          </a:p>
          <a:p>
            <a:endParaRPr lang="en-US" altLang="zh-CN" dirty="0" smtClean="0">
              <a:solidFill>
                <a:schemeClr val="tx1"/>
              </a:solidFill>
              <a:latin typeface="+mj-lt"/>
              <a:ea typeface="黑体" pitchFamily="2" charset="-122"/>
            </a:endParaRPr>
          </a:p>
          <a:p>
            <a:pPr lvl="1"/>
            <a:endParaRPr lang="en-US" altLang="zh-CN" dirty="0" smtClean="0">
              <a:solidFill>
                <a:schemeClr val="tx1"/>
              </a:solidFill>
              <a:ea typeface="黑体" pitchFamily="2" charset="-122"/>
            </a:endParaRPr>
          </a:p>
        </p:txBody>
      </p:sp>
      <p:sp>
        <p:nvSpPr>
          <p:cNvPr id="7" name="Line 95"/>
          <p:cNvSpPr>
            <a:spLocks noChangeShapeType="1"/>
          </p:cNvSpPr>
          <p:nvPr/>
        </p:nvSpPr>
        <p:spPr bwMode="auto">
          <a:xfrm>
            <a:off x="457200" y="1219200"/>
            <a:ext cx="7524000" cy="0"/>
          </a:xfrm>
          <a:prstGeom prst="line">
            <a:avLst/>
          </a:prstGeom>
          <a:noFill/>
          <a:ln w="88900" cmpd="thinThick">
            <a:solidFill>
              <a:srgbClr val="9294C0"/>
            </a:solidFill>
            <a:round/>
            <a:headEnd/>
            <a:tailEnd/>
          </a:ln>
          <a:effectLst/>
        </p:spPr>
        <p:txBody>
          <a:bodyPr wrap="none" anchor="ctr"/>
          <a:lstStyle/>
          <a:p>
            <a:endParaRPr lang="zh-CN" altLang="en-US"/>
          </a:p>
        </p:txBody>
      </p:sp>
      <p:sp>
        <p:nvSpPr>
          <p:cNvPr id="9" name="圆角右箭头 8"/>
          <p:cNvSpPr/>
          <p:nvPr/>
        </p:nvSpPr>
        <p:spPr bwMode="auto">
          <a:xfrm>
            <a:off x="3124200" y="5257800"/>
            <a:ext cx="990600" cy="381000"/>
          </a:xfrm>
          <a:prstGeom prst="bentArrow">
            <a:avLst/>
          </a:prstGeom>
          <a:solidFill>
            <a:schemeClr val="accent1"/>
          </a:solidFill>
          <a:ln w="9525" cap="flat" cmpd="sng" algn="ctr">
            <a:noFill/>
            <a:prstDash val="solid"/>
            <a:round/>
            <a:headEnd type="none" w="med" len="med"/>
            <a:tailEnd type="none" w="med" len="med"/>
          </a:ln>
          <a:effectLst/>
          <a:scene3d>
            <a:camera prst="orthographicFront">
              <a:rot lat="5400000" lon="0" rev="0"/>
            </a:camera>
            <a:lightRig rig="threePt" dir="t"/>
          </a:scene3d>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smtClean="0">
              <a:ln>
                <a:noFill/>
              </a:ln>
              <a:solidFill>
                <a:schemeClr val="tx1"/>
              </a:solidFill>
              <a:effectLst/>
              <a:latin typeface="Arial" pitchFamily="34" charset="0"/>
            </a:endParaRPr>
          </a:p>
        </p:txBody>
      </p:sp>
      <p:sp>
        <p:nvSpPr>
          <p:cNvPr id="13" name="灯片编号占位符 12"/>
          <p:cNvSpPr>
            <a:spLocks noGrp="1"/>
          </p:cNvSpPr>
          <p:nvPr>
            <p:ph type="sldNum" sz="quarter" idx="12"/>
          </p:nvPr>
        </p:nvSpPr>
        <p:spPr/>
        <p:txBody>
          <a:bodyPr/>
          <a:lstStyle/>
          <a:p>
            <a:fld id="{AE60A1FF-8927-450B-A360-23049E3230E2}" type="slidenum">
              <a:rPr lang="zh-CN" altLang="en-US" smtClean="0"/>
              <a:pPr/>
              <a:t>21</a:t>
            </a:fld>
            <a:endParaRPr lang="en-US" altLang="zh-CN"/>
          </a:p>
        </p:txBody>
      </p:sp>
      <p:pic>
        <p:nvPicPr>
          <p:cNvPr id="10" name="内容占位符 6" descr="师大图标.png"/>
          <p:cNvPicPr>
            <a:picLocks noChangeAspect="1"/>
          </p:cNvPicPr>
          <p:nvPr/>
        </p:nvPicPr>
        <p:blipFill>
          <a:blip r:embed="rId2"/>
          <a:stretch>
            <a:fillRect/>
          </a:stretch>
        </p:blipFill>
        <p:spPr bwMode="auto">
          <a:xfrm>
            <a:off x="838200" y="343000"/>
            <a:ext cx="800000" cy="800000"/>
          </a:xfrm>
          <a:prstGeom prst="rect">
            <a:avLst/>
          </a:prstGeom>
          <a:noFill/>
          <a:ln w="9525">
            <a:noFill/>
            <a:miter lim="800000"/>
            <a:headEnd/>
            <a:tailEnd/>
          </a:ln>
          <a:effectLst/>
        </p:spPr>
      </p:pic>
    </p:spTree>
  </p:cSld>
  <p:clrMapOvr>
    <a:masterClrMapping/>
  </p:clrMapOvr>
  <p:transition>
    <p:split dir="in"/>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1" y="1634092"/>
            <a:ext cx="9143999" cy="5223908"/>
          </a:xfrm>
          <a:prstGeom prst="rect">
            <a:avLst/>
          </a:prstGeom>
          <a:noFill/>
          <a:ln w="9525">
            <a:noFill/>
            <a:miter lim="800000"/>
            <a:headEnd/>
            <a:tailEnd/>
          </a:ln>
          <a:effectLst/>
        </p:spPr>
      </p:pic>
      <p:sp>
        <p:nvSpPr>
          <p:cNvPr id="2" name="标题 1"/>
          <p:cNvSpPr>
            <a:spLocks noGrp="1"/>
          </p:cNvSpPr>
          <p:nvPr>
            <p:ph type="title"/>
          </p:nvPr>
        </p:nvSpPr>
        <p:spPr/>
        <p:txBody>
          <a:bodyPr/>
          <a:lstStyle/>
          <a:p>
            <a:r>
              <a:rPr lang="en-US" altLang="zh-CN" dirty="0" smtClean="0"/>
              <a:t>5</a:t>
            </a:r>
            <a:r>
              <a:rPr lang="zh-CN" altLang="en-US" dirty="0" smtClean="0"/>
              <a:t>、</a:t>
            </a:r>
            <a:r>
              <a:rPr lang="en-US" altLang="zh-CN" dirty="0" err="1" smtClean="0"/>
              <a:t>GeoDatabase</a:t>
            </a:r>
            <a:r>
              <a:rPr lang="zh-CN" altLang="en-US" dirty="0" smtClean="0"/>
              <a:t>模型</a:t>
            </a:r>
            <a:endParaRPr lang="zh-CN" altLang="en-US" dirty="0"/>
          </a:p>
        </p:txBody>
      </p:sp>
      <p:sp>
        <p:nvSpPr>
          <p:cNvPr id="6" name="内容占位符 5"/>
          <p:cNvSpPr>
            <a:spLocks noGrp="1"/>
          </p:cNvSpPr>
          <p:nvPr>
            <p:ph idx="1"/>
          </p:nvPr>
        </p:nvSpPr>
        <p:spPr/>
        <p:txBody>
          <a:bodyPr/>
          <a:lstStyle/>
          <a:p>
            <a:r>
              <a:rPr lang="en-US" altLang="zh-CN" dirty="0" smtClean="0">
                <a:solidFill>
                  <a:schemeClr val="bg1">
                    <a:lumMod val="60000"/>
                    <a:lumOff val="40000"/>
                  </a:schemeClr>
                </a:solidFill>
                <a:ea typeface="黑体" pitchFamily="2" charset="-122"/>
              </a:rPr>
              <a:t>Dataset</a:t>
            </a:r>
            <a:r>
              <a:rPr lang="zh-CN" altLang="en-US" dirty="0" smtClean="0">
                <a:solidFill>
                  <a:schemeClr val="bg1">
                    <a:lumMod val="60000"/>
                    <a:lumOff val="40000"/>
                  </a:schemeClr>
                </a:solidFill>
                <a:ea typeface="黑体" pitchFamily="2" charset="-122"/>
              </a:rPr>
              <a:t>对象</a:t>
            </a:r>
            <a:endParaRPr lang="en-US" altLang="zh-CN" sz="2000" dirty="0" smtClean="0">
              <a:solidFill>
                <a:schemeClr val="bg1">
                  <a:lumMod val="60000"/>
                  <a:lumOff val="40000"/>
                </a:schemeClr>
              </a:solidFill>
              <a:latin typeface="+mj-lt"/>
              <a:ea typeface="黑体" pitchFamily="2" charset="-122"/>
            </a:endParaRPr>
          </a:p>
          <a:p>
            <a:pPr lvl="2"/>
            <a:endParaRPr lang="en-US" altLang="zh-CN" sz="1800" dirty="0" smtClean="0">
              <a:latin typeface="+mj-lt"/>
              <a:ea typeface="黑体" pitchFamily="2" charset="-122"/>
            </a:endParaRPr>
          </a:p>
          <a:p>
            <a:pPr lvl="1">
              <a:buNone/>
            </a:pPr>
            <a:endParaRPr lang="en-US" altLang="zh-CN" dirty="0" smtClean="0">
              <a:solidFill>
                <a:schemeClr val="tx1"/>
              </a:solidFill>
              <a:latin typeface="+mj-lt"/>
              <a:ea typeface="黑体" pitchFamily="2" charset="-122"/>
            </a:endParaRPr>
          </a:p>
          <a:p>
            <a:pPr lvl="1">
              <a:buNone/>
            </a:pPr>
            <a:endParaRPr lang="en-US" altLang="zh-CN" dirty="0" smtClean="0">
              <a:solidFill>
                <a:schemeClr val="tx1"/>
              </a:solidFill>
              <a:latin typeface="+mj-lt"/>
              <a:ea typeface="黑体" pitchFamily="2" charset="-122"/>
            </a:endParaRPr>
          </a:p>
          <a:p>
            <a:endParaRPr lang="en-US" altLang="zh-CN" dirty="0" smtClean="0">
              <a:solidFill>
                <a:schemeClr val="tx1"/>
              </a:solidFill>
              <a:latin typeface="+mj-lt"/>
              <a:ea typeface="黑体" pitchFamily="2" charset="-122"/>
            </a:endParaRPr>
          </a:p>
          <a:p>
            <a:pPr lvl="1"/>
            <a:endParaRPr lang="en-US" altLang="zh-CN" dirty="0" smtClean="0">
              <a:solidFill>
                <a:schemeClr val="tx1"/>
              </a:solidFill>
              <a:ea typeface="黑体" pitchFamily="2" charset="-122"/>
            </a:endParaRPr>
          </a:p>
        </p:txBody>
      </p:sp>
      <p:sp>
        <p:nvSpPr>
          <p:cNvPr id="7" name="Line 95"/>
          <p:cNvSpPr>
            <a:spLocks noChangeShapeType="1"/>
          </p:cNvSpPr>
          <p:nvPr/>
        </p:nvSpPr>
        <p:spPr bwMode="auto">
          <a:xfrm>
            <a:off x="457200" y="1219200"/>
            <a:ext cx="7524000" cy="0"/>
          </a:xfrm>
          <a:prstGeom prst="line">
            <a:avLst/>
          </a:prstGeom>
          <a:noFill/>
          <a:ln w="88900" cmpd="thinThick">
            <a:solidFill>
              <a:srgbClr val="9294C0"/>
            </a:solidFill>
            <a:round/>
            <a:headEnd/>
            <a:tailEnd/>
          </a:ln>
          <a:effectLst/>
        </p:spPr>
        <p:txBody>
          <a:bodyPr wrap="none" anchor="ctr"/>
          <a:lstStyle/>
          <a:p>
            <a:endParaRPr lang="zh-CN" altLang="en-US"/>
          </a:p>
        </p:txBody>
      </p:sp>
      <p:sp>
        <p:nvSpPr>
          <p:cNvPr id="9" name="圆角右箭头 8"/>
          <p:cNvSpPr/>
          <p:nvPr/>
        </p:nvSpPr>
        <p:spPr bwMode="auto">
          <a:xfrm>
            <a:off x="3124200" y="5257800"/>
            <a:ext cx="990600" cy="381000"/>
          </a:xfrm>
          <a:prstGeom prst="bentArrow">
            <a:avLst/>
          </a:prstGeom>
          <a:solidFill>
            <a:schemeClr val="accent1"/>
          </a:solidFill>
          <a:ln w="9525" cap="flat" cmpd="sng" algn="ctr">
            <a:noFill/>
            <a:prstDash val="solid"/>
            <a:round/>
            <a:headEnd type="none" w="med" len="med"/>
            <a:tailEnd type="none" w="med" len="med"/>
          </a:ln>
          <a:effectLst/>
          <a:scene3d>
            <a:camera prst="orthographicFront">
              <a:rot lat="5400000" lon="0" rev="0"/>
            </a:camera>
            <a:lightRig rig="threePt" dir="t"/>
          </a:scene3d>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smtClean="0">
              <a:ln>
                <a:noFill/>
              </a:ln>
              <a:solidFill>
                <a:schemeClr val="tx1"/>
              </a:solidFill>
              <a:effectLst/>
              <a:latin typeface="Arial" pitchFamily="34" charset="0"/>
            </a:endParaRPr>
          </a:p>
        </p:txBody>
      </p:sp>
      <p:sp>
        <p:nvSpPr>
          <p:cNvPr id="13" name="灯片编号占位符 12"/>
          <p:cNvSpPr>
            <a:spLocks noGrp="1"/>
          </p:cNvSpPr>
          <p:nvPr>
            <p:ph type="sldNum" sz="quarter" idx="12"/>
          </p:nvPr>
        </p:nvSpPr>
        <p:spPr/>
        <p:txBody>
          <a:bodyPr/>
          <a:lstStyle/>
          <a:p>
            <a:fld id="{AE60A1FF-8927-450B-A360-23049E3230E2}" type="slidenum">
              <a:rPr lang="zh-CN" altLang="en-US" smtClean="0"/>
              <a:pPr/>
              <a:t>22</a:t>
            </a:fld>
            <a:endParaRPr lang="en-US" altLang="zh-CN"/>
          </a:p>
        </p:txBody>
      </p:sp>
      <p:pic>
        <p:nvPicPr>
          <p:cNvPr id="10" name="内容占位符 6" descr="师大图标.png"/>
          <p:cNvPicPr>
            <a:picLocks noChangeAspect="1"/>
          </p:cNvPicPr>
          <p:nvPr/>
        </p:nvPicPr>
        <p:blipFill>
          <a:blip r:embed="rId3"/>
          <a:stretch>
            <a:fillRect/>
          </a:stretch>
        </p:blipFill>
        <p:spPr bwMode="auto">
          <a:xfrm>
            <a:off x="838200" y="343000"/>
            <a:ext cx="800000" cy="800000"/>
          </a:xfrm>
          <a:prstGeom prst="rect">
            <a:avLst/>
          </a:prstGeom>
          <a:noFill/>
          <a:ln w="9525">
            <a:noFill/>
            <a:miter lim="800000"/>
            <a:headEnd/>
            <a:tailEnd/>
          </a:ln>
          <a:effectLst/>
        </p:spPr>
      </p:pic>
      <p:pic>
        <p:nvPicPr>
          <p:cNvPr id="11" name="Picture 2"/>
          <p:cNvPicPr>
            <a:picLocks noChangeAspect="1" noChangeArrowheads="1"/>
          </p:cNvPicPr>
          <p:nvPr/>
        </p:nvPicPr>
        <p:blipFill>
          <a:blip r:embed="rId4"/>
          <a:srcRect/>
          <a:stretch>
            <a:fillRect/>
          </a:stretch>
        </p:blipFill>
        <p:spPr bwMode="auto">
          <a:xfrm>
            <a:off x="4114800" y="914400"/>
            <a:ext cx="5029200" cy="1738489"/>
          </a:xfrm>
          <a:prstGeom prst="rect">
            <a:avLst/>
          </a:prstGeom>
          <a:noFill/>
          <a:ln w="9525">
            <a:noFill/>
            <a:miter lim="800000"/>
            <a:headEnd/>
            <a:tailEnd/>
          </a:ln>
          <a:effectLst/>
        </p:spPr>
      </p:pic>
    </p:spTree>
  </p:cSld>
  <p:clrMapOvr>
    <a:masterClrMapping/>
  </p:clrMapOvr>
  <p:transition>
    <p:split dir="in"/>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5</a:t>
            </a:r>
            <a:r>
              <a:rPr lang="zh-CN" altLang="en-US" dirty="0" smtClean="0"/>
              <a:t>、</a:t>
            </a:r>
            <a:r>
              <a:rPr lang="en-US" altLang="zh-CN" dirty="0" err="1" smtClean="0"/>
              <a:t>GeoDatabase</a:t>
            </a:r>
            <a:r>
              <a:rPr lang="zh-CN" altLang="en-US" dirty="0" smtClean="0"/>
              <a:t>模型</a:t>
            </a:r>
            <a:endParaRPr lang="zh-CN" altLang="en-US" dirty="0"/>
          </a:p>
        </p:txBody>
      </p:sp>
      <p:sp>
        <p:nvSpPr>
          <p:cNvPr id="6" name="内容占位符 5"/>
          <p:cNvSpPr>
            <a:spLocks noGrp="1"/>
          </p:cNvSpPr>
          <p:nvPr>
            <p:ph idx="1"/>
          </p:nvPr>
        </p:nvSpPr>
        <p:spPr/>
        <p:txBody>
          <a:bodyPr/>
          <a:lstStyle/>
          <a:p>
            <a:r>
              <a:rPr lang="en-US" altLang="zh-CN" dirty="0" smtClean="0">
                <a:solidFill>
                  <a:schemeClr val="tx1"/>
                </a:solidFill>
                <a:ea typeface="黑体" pitchFamily="2" charset="-122"/>
              </a:rPr>
              <a:t>Dataset</a:t>
            </a:r>
            <a:endParaRPr lang="en-US" altLang="zh-CN" sz="2000" dirty="0" smtClean="0">
              <a:latin typeface="+mj-lt"/>
              <a:ea typeface="黑体" pitchFamily="2" charset="-122"/>
            </a:endParaRPr>
          </a:p>
          <a:p>
            <a:pPr lvl="2"/>
            <a:endParaRPr lang="en-US" altLang="zh-CN" sz="1800" dirty="0" smtClean="0">
              <a:latin typeface="+mj-lt"/>
              <a:ea typeface="黑体" pitchFamily="2" charset="-122"/>
            </a:endParaRPr>
          </a:p>
          <a:p>
            <a:pPr lvl="1">
              <a:buNone/>
            </a:pPr>
            <a:endParaRPr lang="en-US" altLang="zh-CN" dirty="0" smtClean="0">
              <a:solidFill>
                <a:schemeClr val="tx1"/>
              </a:solidFill>
              <a:latin typeface="+mj-lt"/>
              <a:ea typeface="黑体" pitchFamily="2" charset="-122"/>
            </a:endParaRPr>
          </a:p>
          <a:p>
            <a:pPr lvl="1">
              <a:buNone/>
            </a:pPr>
            <a:endParaRPr lang="en-US" altLang="zh-CN" dirty="0" smtClean="0">
              <a:solidFill>
                <a:schemeClr val="tx1"/>
              </a:solidFill>
              <a:latin typeface="+mj-lt"/>
              <a:ea typeface="黑体" pitchFamily="2" charset="-122"/>
            </a:endParaRPr>
          </a:p>
          <a:p>
            <a:endParaRPr lang="en-US" altLang="zh-CN" dirty="0" smtClean="0">
              <a:solidFill>
                <a:schemeClr val="tx1"/>
              </a:solidFill>
              <a:latin typeface="+mj-lt"/>
              <a:ea typeface="黑体" pitchFamily="2" charset="-122"/>
            </a:endParaRPr>
          </a:p>
          <a:p>
            <a:pPr lvl="1"/>
            <a:endParaRPr lang="en-US" altLang="zh-CN" dirty="0" smtClean="0">
              <a:solidFill>
                <a:schemeClr val="tx1"/>
              </a:solidFill>
              <a:ea typeface="黑体" pitchFamily="2" charset="-122"/>
            </a:endParaRPr>
          </a:p>
        </p:txBody>
      </p:sp>
      <p:sp>
        <p:nvSpPr>
          <p:cNvPr id="7" name="Line 95"/>
          <p:cNvSpPr>
            <a:spLocks noChangeShapeType="1"/>
          </p:cNvSpPr>
          <p:nvPr/>
        </p:nvSpPr>
        <p:spPr bwMode="auto">
          <a:xfrm>
            <a:off x="457200" y="1219200"/>
            <a:ext cx="7524000" cy="0"/>
          </a:xfrm>
          <a:prstGeom prst="line">
            <a:avLst/>
          </a:prstGeom>
          <a:noFill/>
          <a:ln w="88900" cmpd="thinThick">
            <a:solidFill>
              <a:srgbClr val="9294C0"/>
            </a:solidFill>
            <a:round/>
            <a:headEnd/>
            <a:tailEnd/>
          </a:ln>
          <a:effectLst/>
        </p:spPr>
        <p:txBody>
          <a:bodyPr wrap="none" anchor="ctr"/>
          <a:lstStyle/>
          <a:p>
            <a:endParaRPr lang="zh-CN" altLang="en-US"/>
          </a:p>
        </p:txBody>
      </p:sp>
      <p:sp>
        <p:nvSpPr>
          <p:cNvPr id="9" name="圆角右箭头 8"/>
          <p:cNvSpPr/>
          <p:nvPr/>
        </p:nvSpPr>
        <p:spPr bwMode="auto">
          <a:xfrm>
            <a:off x="3124200" y="5257800"/>
            <a:ext cx="990600" cy="381000"/>
          </a:xfrm>
          <a:prstGeom prst="bentArrow">
            <a:avLst/>
          </a:prstGeom>
          <a:solidFill>
            <a:schemeClr val="accent1"/>
          </a:solidFill>
          <a:ln w="9525" cap="flat" cmpd="sng" algn="ctr">
            <a:noFill/>
            <a:prstDash val="solid"/>
            <a:round/>
            <a:headEnd type="none" w="med" len="med"/>
            <a:tailEnd type="none" w="med" len="med"/>
          </a:ln>
          <a:effectLst/>
          <a:scene3d>
            <a:camera prst="orthographicFront">
              <a:rot lat="5400000" lon="0" rev="0"/>
            </a:camera>
            <a:lightRig rig="threePt" dir="t"/>
          </a:scene3d>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smtClean="0">
              <a:ln>
                <a:noFill/>
              </a:ln>
              <a:solidFill>
                <a:schemeClr val="tx1"/>
              </a:solidFill>
              <a:effectLst/>
              <a:latin typeface="Arial" pitchFamily="34" charset="0"/>
            </a:endParaRPr>
          </a:p>
        </p:txBody>
      </p:sp>
      <p:sp>
        <p:nvSpPr>
          <p:cNvPr id="13" name="灯片编号占位符 12"/>
          <p:cNvSpPr>
            <a:spLocks noGrp="1"/>
          </p:cNvSpPr>
          <p:nvPr>
            <p:ph type="sldNum" sz="quarter" idx="12"/>
          </p:nvPr>
        </p:nvSpPr>
        <p:spPr/>
        <p:txBody>
          <a:bodyPr/>
          <a:lstStyle/>
          <a:p>
            <a:fld id="{AE60A1FF-8927-450B-A360-23049E3230E2}" type="slidenum">
              <a:rPr lang="zh-CN" altLang="en-US" smtClean="0"/>
              <a:pPr/>
              <a:t>23</a:t>
            </a:fld>
            <a:endParaRPr lang="en-US" altLang="zh-CN"/>
          </a:p>
        </p:txBody>
      </p:sp>
      <p:pic>
        <p:nvPicPr>
          <p:cNvPr id="10" name="内容占位符 6" descr="师大图标.png"/>
          <p:cNvPicPr>
            <a:picLocks noChangeAspect="1"/>
          </p:cNvPicPr>
          <p:nvPr/>
        </p:nvPicPr>
        <p:blipFill>
          <a:blip r:embed="rId2"/>
          <a:stretch>
            <a:fillRect/>
          </a:stretch>
        </p:blipFill>
        <p:spPr bwMode="auto">
          <a:xfrm>
            <a:off x="838200" y="343000"/>
            <a:ext cx="800000" cy="800000"/>
          </a:xfrm>
          <a:prstGeom prst="rect">
            <a:avLst/>
          </a:prstGeom>
          <a:noFill/>
          <a:ln w="9525">
            <a:noFill/>
            <a:miter lim="800000"/>
            <a:headEnd/>
            <a:tailEnd/>
          </a:ln>
          <a:effectLst/>
        </p:spPr>
      </p:pic>
      <p:pic>
        <p:nvPicPr>
          <p:cNvPr id="2050" name="Picture 2"/>
          <p:cNvPicPr>
            <a:picLocks noChangeAspect="1" noChangeArrowheads="1"/>
          </p:cNvPicPr>
          <p:nvPr/>
        </p:nvPicPr>
        <p:blipFill>
          <a:blip r:embed="rId3"/>
          <a:srcRect/>
          <a:stretch>
            <a:fillRect/>
          </a:stretch>
        </p:blipFill>
        <p:spPr bwMode="auto">
          <a:xfrm>
            <a:off x="4114800" y="4648200"/>
            <a:ext cx="5029200" cy="1738489"/>
          </a:xfrm>
          <a:prstGeom prst="rect">
            <a:avLst/>
          </a:prstGeom>
          <a:noFill/>
          <a:ln w="9525">
            <a:noFill/>
            <a:miter lim="800000"/>
            <a:headEnd/>
            <a:tailEnd/>
          </a:ln>
          <a:effectLst/>
        </p:spPr>
      </p:pic>
      <p:sp>
        <p:nvSpPr>
          <p:cNvPr id="11" name="矩形 10"/>
          <p:cNvSpPr/>
          <p:nvPr/>
        </p:nvSpPr>
        <p:spPr>
          <a:xfrm>
            <a:off x="762000" y="1752600"/>
            <a:ext cx="7467600" cy="2677656"/>
          </a:xfrm>
          <a:prstGeom prst="rect">
            <a:avLst/>
          </a:prstGeom>
        </p:spPr>
        <p:txBody>
          <a:bodyPr wrap="square">
            <a:spAutoFit/>
          </a:bodyPr>
          <a:lstStyle/>
          <a:p>
            <a:pPr>
              <a:buFont typeface="Wingdings" pitchFamily="2" charset="2"/>
              <a:buChar char="u"/>
            </a:pPr>
            <a:r>
              <a:rPr lang="en-US" altLang="zh-CN" sz="2400" i="1" dirty="0" smtClean="0"/>
              <a:t>Dataset is an abstract class that represents a named collection of data in </a:t>
            </a:r>
            <a:r>
              <a:rPr lang="en-US" altLang="zh-CN" sz="2400" dirty="0" smtClean="0"/>
              <a:t>a workspace.</a:t>
            </a:r>
          </a:p>
          <a:p>
            <a:pPr>
              <a:buFont typeface="Wingdings" pitchFamily="2" charset="2"/>
              <a:buChar char="u"/>
            </a:pPr>
            <a:r>
              <a:rPr lang="zh-CN" altLang="en-US" sz="2400" dirty="0" smtClean="0"/>
              <a:t>代表</a:t>
            </a:r>
            <a:r>
              <a:rPr lang="en-US" altLang="zh-CN" sz="2400" dirty="0" smtClean="0"/>
              <a:t>Workspace</a:t>
            </a:r>
            <a:r>
              <a:rPr lang="zh-CN" altLang="en-US" sz="2400" dirty="0" smtClean="0"/>
              <a:t>中数据集合的抽象类，是高级别的数据容器</a:t>
            </a:r>
            <a:endParaRPr lang="en-US" altLang="zh-CN" sz="2400" dirty="0" smtClean="0"/>
          </a:p>
          <a:p>
            <a:pPr>
              <a:buFont typeface="Wingdings" pitchFamily="2" charset="2"/>
              <a:buChar char="u"/>
            </a:pPr>
            <a:r>
              <a:rPr lang="zh-CN" altLang="en-US" sz="2400" dirty="0" smtClean="0"/>
              <a:t>工作空间的所有对象都是</a:t>
            </a:r>
            <a:r>
              <a:rPr lang="en-US" altLang="zh-CN" sz="2400" dirty="0" smtClean="0"/>
              <a:t>Dataset</a:t>
            </a:r>
            <a:r>
              <a:rPr lang="zh-CN" altLang="en-US" sz="2400" dirty="0" smtClean="0"/>
              <a:t>，如</a:t>
            </a:r>
            <a:r>
              <a:rPr lang="en-US" altLang="zh-CN" sz="2400" dirty="0" err="1" smtClean="0"/>
              <a:t>FeatureDataset</a:t>
            </a:r>
            <a:r>
              <a:rPr lang="en-US" altLang="zh-CN" sz="2400" dirty="0" smtClean="0"/>
              <a:t>, Table, </a:t>
            </a:r>
            <a:r>
              <a:rPr lang="en-US" altLang="zh-CN" sz="2400" dirty="0" err="1" smtClean="0"/>
              <a:t>RasterDataset</a:t>
            </a:r>
            <a:r>
              <a:rPr lang="en-US" altLang="zh-CN" sz="2400" dirty="0" smtClean="0"/>
              <a:t>, </a:t>
            </a:r>
            <a:r>
              <a:rPr lang="en-US" altLang="zh-CN" sz="2400" dirty="0" err="1" smtClean="0"/>
              <a:t>GeometryNetwork</a:t>
            </a:r>
            <a:endParaRPr lang="en-US" altLang="zh-CN" sz="2400" dirty="0" smtClean="0"/>
          </a:p>
        </p:txBody>
      </p:sp>
      <p:sp>
        <p:nvSpPr>
          <p:cNvPr id="12" name="矩形 11"/>
          <p:cNvSpPr/>
          <p:nvPr/>
        </p:nvSpPr>
        <p:spPr>
          <a:xfrm>
            <a:off x="304800" y="4419600"/>
            <a:ext cx="4114800" cy="1754326"/>
          </a:xfrm>
          <a:prstGeom prst="rect">
            <a:avLst/>
          </a:prstGeom>
        </p:spPr>
        <p:txBody>
          <a:bodyPr wrap="square">
            <a:spAutoFit/>
          </a:bodyPr>
          <a:lstStyle/>
          <a:p>
            <a:r>
              <a:rPr lang="en-US" altLang="zh-CN" dirty="0" smtClean="0"/>
              <a:t>Datasets may contain other datasets. All datasets support the </a:t>
            </a:r>
            <a:r>
              <a:rPr lang="en-US" altLang="zh-CN" i="1" dirty="0" err="1" smtClean="0"/>
              <a:t>Idataset</a:t>
            </a:r>
            <a:r>
              <a:rPr lang="en-US" altLang="zh-CN" i="1" dirty="0" smtClean="0"/>
              <a:t>  </a:t>
            </a:r>
            <a:r>
              <a:rPr lang="en-US" altLang="zh-CN" dirty="0" smtClean="0"/>
              <a:t>interface and may optionally support other interfaces, including </a:t>
            </a:r>
            <a:r>
              <a:rPr lang="en-US" altLang="zh-CN" i="1" dirty="0" err="1" smtClean="0"/>
              <a:t>IDatasetEdit</a:t>
            </a:r>
            <a:r>
              <a:rPr lang="en-US" altLang="zh-CN" i="1" dirty="0" smtClean="0"/>
              <a:t>, </a:t>
            </a:r>
            <a:r>
              <a:rPr lang="en-US" altLang="zh-CN" i="1" dirty="0" err="1" smtClean="0"/>
              <a:t>ISchemaLock</a:t>
            </a:r>
            <a:r>
              <a:rPr lang="en-US" altLang="zh-CN" i="1" dirty="0" smtClean="0"/>
              <a:t>, and </a:t>
            </a:r>
            <a:r>
              <a:rPr lang="en-US" altLang="zh-CN" i="1" dirty="0" err="1" smtClean="0"/>
              <a:t>IMetadata</a:t>
            </a:r>
            <a:r>
              <a:rPr lang="en-US" altLang="zh-CN" i="1" dirty="0" smtClean="0"/>
              <a:t>.</a:t>
            </a:r>
          </a:p>
        </p:txBody>
      </p:sp>
    </p:spTree>
  </p:cSld>
  <p:clrMapOvr>
    <a:masterClrMapping/>
  </p:clrMapOvr>
  <p:transition>
    <p:split dir="in"/>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5</a:t>
            </a:r>
            <a:r>
              <a:rPr lang="zh-CN" altLang="en-US" dirty="0" smtClean="0"/>
              <a:t>、</a:t>
            </a:r>
            <a:r>
              <a:rPr lang="en-US" altLang="zh-CN" dirty="0" err="1" smtClean="0"/>
              <a:t>GeoDatabase</a:t>
            </a:r>
            <a:r>
              <a:rPr lang="zh-CN" altLang="en-US" dirty="0" smtClean="0"/>
              <a:t>模型</a:t>
            </a:r>
            <a:endParaRPr lang="zh-CN" altLang="en-US" dirty="0"/>
          </a:p>
        </p:txBody>
      </p:sp>
      <p:sp>
        <p:nvSpPr>
          <p:cNvPr id="6" name="内容占位符 5"/>
          <p:cNvSpPr>
            <a:spLocks noGrp="1"/>
          </p:cNvSpPr>
          <p:nvPr>
            <p:ph idx="1"/>
          </p:nvPr>
        </p:nvSpPr>
        <p:spPr/>
        <p:txBody>
          <a:bodyPr/>
          <a:lstStyle/>
          <a:p>
            <a:r>
              <a:rPr lang="en-US" altLang="zh-CN" dirty="0" err="1" smtClean="0">
                <a:solidFill>
                  <a:schemeClr val="tx1"/>
                </a:solidFill>
                <a:ea typeface="黑体" pitchFamily="2" charset="-122"/>
              </a:rPr>
              <a:t>IDataset</a:t>
            </a:r>
            <a:endParaRPr lang="en-US" altLang="zh-CN" sz="2000" dirty="0" smtClean="0">
              <a:latin typeface="+mj-lt"/>
              <a:ea typeface="黑体" pitchFamily="2" charset="-122"/>
            </a:endParaRPr>
          </a:p>
          <a:p>
            <a:pPr lvl="2"/>
            <a:endParaRPr lang="en-US" altLang="zh-CN" sz="1800" dirty="0" smtClean="0">
              <a:latin typeface="+mj-lt"/>
              <a:ea typeface="黑体" pitchFamily="2" charset="-122"/>
            </a:endParaRPr>
          </a:p>
          <a:p>
            <a:pPr lvl="1">
              <a:buNone/>
            </a:pPr>
            <a:endParaRPr lang="en-US" altLang="zh-CN" dirty="0" smtClean="0">
              <a:solidFill>
                <a:schemeClr val="tx1"/>
              </a:solidFill>
              <a:latin typeface="+mj-lt"/>
              <a:ea typeface="黑体" pitchFamily="2" charset="-122"/>
            </a:endParaRPr>
          </a:p>
          <a:p>
            <a:pPr lvl="1">
              <a:buNone/>
            </a:pPr>
            <a:endParaRPr lang="en-US" altLang="zh-CN" dirty="0" smtClean="0">
              <a:solidFill>
                <a:schemeClr val="tx1"/>
              </a:solidFill>
              <a:latin typeface="+mj-lt"/>
              <a:ea typeface="黑体" pitchFamily="2" charset="-122"/>
            </a:endParaRPr>
          </a:p>
          <a:p>
            <a:endParaRPr lang="en-US" altLang="zh-CN" dirty="0" smtClean="0">
              <a:solidFill>
                <a:schemeClr val="tx1"/>
              </a:solidFill>
              <a:latin typeface="+mj-lt"/>
              <a:ea typeface="黑体" pitchFamily="2" charset="-122"/>
            </a:endParaRPr>
          </a:p>
          <a:p>
            <a:pPr lvl="1"/>
            <a:endParaRPr lang="en-US" altLang="zh-CN" dirty="0" smtClean="0">
              <a:solidFill>
                <a:schemeClr val="tx1"/>
              </a:solidFill>
              <a:ea typeface="黑体" pitchFamily="2" charset="-122"/>
            </a:endParaRPr>
          </a:p>
        </p:txBody>
      </p:sp>
      <p:sp>
        <p:nvSpPr>
          <p:cNvPr id="7" name="Line 95"/>
          <p:cNvSpPr>
            <a:spLocks noChangeShapeType="1"/>
          </p:cNvSpPr>
          <p:nvPr/>
        </p:nvSpPr>
        <p:spPr bwMode="auto">
          <a:xfrm>
            <a:off x="457200" y="1219200"/>
            <a:ext cx="7524000" cy="0"/>
          </a:xfrm>
          <a:prstGeom prst="line">
            <a:avLst/>
          </a:prstGeom>
          <a:noFill/>
          <a:ln w="88900" cmpd="thinThick">
            <a:solidFill>
              <a:srgbClr val="9294C0"/>
            </a:solidFill>
            <a:round/>
            <a:headEnd/>
            <a:tailEnd/>
          </a:ln>
          <a:effectLst/>
        </p:spPr>
        <p:txBody>
          <a:bodyPr wrap="none" anchor="ctr"/>
          <a:lstStyle/>
          <a:p>
            <a:endParaRPr lang="zh-CN" altLang="en-US"/>
          </a:p>
        </p:txBody>
      </p:sp>
      <p:sp>
        <p:nvSpPr>
          <p:cNvPr id="9" name="圆角右箭头 8"/>
          <p:cNvSpPr/>
          <p:nvPr/>
        </p:nvSpPr>
        <p:spPr bwMode="auto">
          <a:xfrm>
            <a:off x="3124200" y="5257800"/>
            <a:ext cx="990600" cy="381000"/>
          </a:xfrm>
          <a:prstGeom prst="bentArrow">
            <a:avLst/>
          </a:prstGeom>
          <a:solidFill>
            <a:schemeClr val="accent1"/>
          </a:solidFill>
          <a:ln w="9525" cap="flat" cmpd="sng" algn="ctr">
            <a:noFill/>
            <a:prstDash val="solid"/>
            <a:round/>
            <a:headEnd type="none" w="med" len="med"/>
            <a:tailEnd type="none" w="med" len="med"/>
          </a:ln>
          <a:effectLst/>
          <a:scene3d>
            <a:camera prst="orthographicFront">
              <a:rot lat="5400000" lon="0" rev="0"/>
            </a:camera>
            <a:lightRig rig="threePt" dir="t"/>
          </a:scene3d>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smtClean="0">
              <a:ln>
                <a:noFill/>
              </a:ln>
              <a:solidFill>
                <a:schemeClr val="tx1"/>
              </a:solidFill>
              <a:effectLst/>
              <a:latin typeface="Arial" pitchFamily="34" charset="0"/>
            </a:endParaRPr>
          </a:p>
        </p:txBody>
      </p:sp>
      <p:sp>
        <p:nvSpPr>
          <p:cNvPr id="13" name="灯片编号占位符 12"/>
          <p:cNvSpPr>
            <a:spLocks noGrp="1"/>
          </p:cNvSpPr>
          <p:nvPr>
            <p:ph type="sldNum" sz="quarter" idx="12"/>
          </p:nvPr>
        </p:nvSpPr>
        <p:spPr/>
        <p:txBody>
          <a:bodyPr/>
          <a:lstStyle/>
          <a:p>
            <a:fld id="{AE60A1FF-8927-450B-A360-23049E3230E2}" type="slidenum">
              <a:rPr lang="zh-CN" altLang="en-US" smtClean="0"/>
              <a:pPr/>
              <a:t>24</a:t>
            </a:fld>
            <a:endParaRPr lang="en-US" altLang="zh-CN"/>
          </a:p>
        </p:txBody>
      </p:sp>
      <p:pic>
        <p:nvPicPr>
          <p:cNvPr id="10" name="内容占位符 6" descr="师大图标.png"/>
          <p:cNvPicPr>
            <a:picLocks noChangeAspect="1"/>
          </p:cNvPicPr>
          <p:nvPr/>
        </p:nvPicPr>
        <p:blipFill>
          <a:blip r:embed="rId2"/>
          <a:stretch>
            <a:fillRect/>
          </a:stretch>
        </p:blipFill>
        <p:spPr bwMode="auto">
          <a:xfrm>
            <a:off x="838200" y="343000"/>
            <a:ext cx="800000" cy="800000"/>
          </a:xfrm>
          <a:prstGeom prst="rect">
            <a:avLst/>
          </a:prstGeom>
          <a:noFill/>
          <a:ln w="9525">
            <a:noFill/>
            <a:miter lim="800000"/>
            <a:headEnd/>
            <a:tailEnd/>
          </a:ln>
          <a:effectLst/>
        </p:spPr>
      </p:pic>
      <p:pic>
        <p:nvPicPr>
          <p:cNvPr id="3074" name="Picture 2"/>
          <p:cNvPicPr>
            <a:picLocks noChangeAspect="1" noChangeArrowheads="1"/>
          </p:cNvPicPr>
          <p:nvPr/>
        </p:nvPicPr>
        <p:blipFill>
          <a:blip r:embed="rId3"/>
          <a:srcRect/>
          <a:stretch>
            <a:fillRect/>
          </a:stretch>
        </p:blipFill>
        <p:spPr bwMode="auto">
          <a:xfrm>
            <a:off x="0" y="1828799"/>
            <a:ext cx="9144000" cy="4197821"/>
          </a:xfrm>
          <a:prstGeom prst="rect">
            <a:avLst/>
          </a:prstGeom>
          <a:noFill/>
          <a:ln w="9525">
            <a:noFill/>
            <a:miter lim="800000"/>
            <a:headEnd/>
            <a:tailEnd/>
          </a:ln>
          <a:effectLst/>
        </p:spPr>
      </p:pic>
    </p:spTree>
  </p:cSld>
  <p:clrMapOvr>
    <a:masterClrMapping/>
  </p:clrMapOvr>
  <p:transition>
    <p:split dir="in"/>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5</a:t>
            </a:r>
            <a:r>
              <a:rPr lang="zh-CN" altLang="en-US" dirty="0" smtClean="0"/>
              <a:t>、</a:t>
            </a:r>
            <a:r>
              <a:rPr lang="en-US" altLang="zh-CN" dirty="0" err="1" smtClean="0"/>
              <a:t>GeoDatabase</a:t>
            </a:r>
            <a:r>
              <a:rPr lang="zh-CN" altLang="en-US" dirty="0" smtClean="0"/>
              <a:t>模型</a:t>
            </a:r>
            <a:endParaRPr lang="zh-CN" altLang="en-US" dirty="0"/>
          </a:p>
        </p:txBody>
      </p:sp>
      <p:sp>
        <p:nvSpPr>
          <p:cNvPr id="6" name="内容占位符 5"/>
          <p:cNvSpPr>
            <a:spLocks noGrp="1"/>
          </p:cNvSpPr>
          <p:nvPr>
            <p:ph idx="1"/>
          </p:nvPr>
        </p:nvSpPr>
        <p:spPr/>
        <p:txBody>
          <a:bodyPr/>
          <a:lstStyle/>
          <a:p>
            <a:r>
              <a:rPr lang="en-US" altLang="zh-CN" dirty="0" err="1" smtClean="0">
                <a:solidFill>
                  <a:schemeClr val="tx1"/>
                </a:solidFill>
                <a:ea typeface="黑体" pitchFamily="2" charset="-122"/>
              </a:rPr>
              <a:t>IDatasetEdit</a:t>
            </a:r>
            <a:endParaRPr lang="en-US" altLang="zh-CN" dirty="0" smtClean="0">
              <a:solidFill>
                <a:schemeClr val="tx1"/>
              </a:solidFill>
              <a:ea typeface="黑体" pitchFamily="2" charset="-122"/>
            </a:endParaRPr>
          </a:p>
          <a:p>
            <a:endParaRPr lang="en-US" altLang="zh-CN" sz="2000" dirty="0" smtClean="0">
              <a:solidFill>
                <a:schemeClr val="tx1"/>
              </a:solidFill>
              <a:latin typeface="+mj-lt"/>
              <a:ea typeface="黑体" pitchFamily="2" charset="-122"/>
            </a:endParaRPr>
          </a:p>
          <a:p>
            <a:pPr>
              <a:buNone/>
            </a:pPr>
            <a:endParaRPr lang="en-US" altLang="zh-CN" sz="2000" dirty="0" smtClean="0">
              <a:solidFill>
                <a:schemeClr val="tx1"/>
              </a:solidFill>
              <a:latin typeface="+mj-lt"/>
              <a:ea typeface="黑体" pitchFamily="2" charset="-122"/>
            </a:endParaRPr>
          </a:p>
          <a:p>
            <a:r>
              <a:rPr lang="en-US" altLang="zh-CN" dirty="0" err="1" smtClean="0">
                <a:solidFill>
                  <a:schemeClr val="tx1"/>
                </a:solidFill>
                <a:latin typeface="+mj-lt"/>
                <a:ea typeface="黑体" pitchFamily="2" charset="-122"/>
              </a:rPr>
              <a:t>IDatasetEditInfo</a:t>
            </a:r>
            <a:endParaRPr lang="en-US" altLang="zh-CN" dirty="0" smtClean="0">
              <a:solidFill>
                <a:schemeClr val="tx1"/>
              </a:solidFill>
              <a:latin typeface="+mj-lt"/>
              <a:ea typeface="黑体" pitchFamily="2" charset="-122"/>
            </a:endParaRPr>
          </a:p>
          <a:p>
            <a:endParaRPr lang="en-US" altLang="zh-CN" dirty="0" smtClean="0">
              <a:solidFill>
                <a:schemeClr val="tx1"/>
              </a:solidFill>
              <a:latin typeface="+mj-lt"/>
              <a:ea typeface="黑体" pitchFamily="2" charset="-122"/>
            </a:endParaRPr>
          </a:p>
          <a:p>
            <a:endParaRPr lang="en-US" altLang="zh-CN" dirty="0" smtClean="0">
              <a:solidFill>
                <a:schemeClr val="tx1"/>
              </a:solidFill>
              <a:latin typeface="+mj-lt"/>
              <a:ea typeface="黑体" pitchFamily="2" charset="-122"/>
            </a:endParaRPr>
          </a:p>
          <a:p>
            <a:endParaRPr lang="en-US" altLang="zh-CN" dirty="0" smtClean="0">
              <a:solidFill>
                <a:schemeClr val="tx1"/>
              </a:solidFill>
              <a:latin typeface="+mj-lt"/>
              <a:ea typeface="黑体" pitchFamily="2" charset="-122"/>
            </a:endParaRPr>
          </a:p>
          <a:p>
            <a:r>
              <a:rPr lang="en-US" altLang="zh-CN" dirty="0" err="1" smtClean="0">
                <a:solidFill>
                  <a:schemeClr val="tx1"/>
                </a:solidFill>
                <a:latin typeface="+mj-lt"/>
                <a:ea typeface="黑体" pitchFamily="2" charset="-122"/>
              </a:rPr>
              <a:t>ISchemaLock</a:t>
            </a:r>
            <a:endParaRPr lang="en-US" altLang="zh-CN" dirty="0" smtClean="0">
              <a:latin typeface="+mj-lt"/>
              <a:ea typeface="黑体" pitchFamily="2" charset="-122"/>
            </a:endParaRPr>
          </a:p>
          <a:p>
            <a:pPr lvl="2"/>
            <a:endParaRPr lang="en-US" altLang="zh-CN" sz="1800" dirty="0" smtClean="0">
              <a:latin typeface="+mj-lt"/>
              <a:ea typeface="黑体" pitchFamily="2" charset="-122"/>
            </a:endParaRPr>
          </a:p>
          <a:p>
            <a:pPr lvl="1">
              <a:buNone/>
            </a:pPr>
            <a:endParaRPr lang="en-US" altLang="zh-CN" dirty="0" smtClean="0">
              <a:solidFill>
                <a:schemeClr val="tx1"/>
              </a:solidFill>
              <a:latin typeface="+mj-lt"/>
              <a:ea typeface="黑体" pitchFamily="2" charset="-122"/>
            </a:endParaRPr>
          </a:p>
          <a:p>
            <a:pPr lvl="1">
              <a:buNone/>
            </a:pPr>
            <a:endParaRPr lang="en-US" altLang="zh-CN" dirty="0" smtClean="0">
              <a:solidFill>
                <a:schemeClr val="tx1"/>
              </a:solidFill>
              <a:latin typeface="+mj-lt"/>
              <a:ea typeface="黑体" pitchFamily="2" charset="-122"/>
            </a:endParaRPr>
          </a:p>
          <a:p>
            <a:endParaRPr lang="en-US" altLang="zh-CN" dirty="0" smtClean="0">
              <a:solidFill>
                <a:schemeClr val="tx1"/>
              </a:solidFill>
              <a:latin typeface="+mj-lt"/>
              <a:ea typeface="黑体" pitchFamily="2" charset="-122"/>
            </a:endParaRPr>
          </a:p>
          <a:p>
            <a:pPr lvl="1"/>
            <a:endParaRPr lang="en-US" altLang="zh-CN" dirty="0" smtClean="0">
              <a:solidFill>
                <a:schemeClr val="tx1"/>
              </a:solidFill>
              <a:ea typeface="黑体" pitchFamily="2" charset="-122"/>
            </a:endParaRPr>
          </a:p>
        </p:txBody>
      </p:sp>
      <p:sp>
        <p:nvSpPr>
          <p:cNvPr id="7" name="Line 95"/>
          <p:cNvSpPr>
            <a:spLocks noChangeShapeType="1"/>
          </p:cNvSpPr>
          <p:nvPr/>
        </p:nvSpPr>
        <p:spPr bwMode="auto">
          <a:xfrm>
            <a:off x="457200" y="1219200"/>
            <a:ext cx="7524000" cy="0"/>
          </a:xfrm>
          <a:prstGeom prst="line">
            <a:avLst/>
          </a:prstGeom>
          <a:noFill/>
          <a:ln w="88900" cmpd="thinThick">
            <a:solidFill>
              <a:srgbClr val="9294C0"/>
            </a:solidFill>
            <a:round/>
            <a:headEnd/>
            <a:tailEnd/>
          </a:ln>
          <a:effectLst/>
        </p:spPr>
        <p:txBody>
          <a:bodyPr wrap="none" anchor="ctr"/>
          <a:lstStyle/>
          <a:p>
            <a:endParaRPr lang="zh-CN" altLang="en-US"/>
          </a:p>
        </p:txBody>
      </p:sp>
      <p:sp>
        <p:nvSpPr>
          <p:cNvPr id="9" name="圆角右箭头 8"/>
          <p:cNvSpPr/>
          <p:nvPr/>
        </p:nvSpPr>
        <p:spPr bwMode="auto">
          <a:xfrm>
            <a:off x="3124200" y="5257800"/>
            <a:ext cx="990600" cy="381000"/>
          </a:xfrm>
          <a:prstGeom prst="bentArrow">
            <a:avLst/>
          </a:prstGeom>
          <a:solidFill>
            <a:schemeClr val="accent1"/>
          </a:solidFill>
          <a:ln w="9525" cap="flat" cmpd="sng" algn="ctr">
            <a:noFill/>
            <a:prstDash val="solid"/>
            <a:round/>
            <a:headEnd type="none" w="med" len="med"/>
            <a:tailEnd type="none" w="med" len="med"/>
          </a:ln>
          <a:effectLst/>
          <a:scene3d>
            <a:camera prst="orthographicFront">
              <a:rot lat="5400000" lon="0" rev="0"/>
            </a:camera>
            <a:lightRig rig="threePt" dir="t"/>
          </a:scene3d>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smtClean="0">
              <a:ln>
                <a:noFill/>
              </a:ln>
              <a:solidFill>
                <a:schemeClr val="tx1"/>
              </a:solidFill>
              <a:effectLst/>
              <a:latin typeface="Arial" pitchFamily="34" charset="0"/>
            </a:endParaRPr>
          </a:p>
        </p:txBody>
      </p:sp>
      <p:sp>
        <p:nvSpPr>
          <p:cNvPr id="13" name="灯片编号占位符 12"/>
          <p:cNvSpPr>
            <a:spLocks noGrp="1"/>
          </p:cNvSpPr>
          <p:nvPr>
            <p:ph type="sldNum" sz="quarter" idx="12"/>
          </p:nvPr>
        </p:nvSpPr>
        <p:spPr/>
        <p:txBody>
          <a:bodyPr/>
          <a:lstStyle/>
          <a:p>
            <a:fld id="{AE60A1FF-8927-450B-A360-23049E3230E2}" type="slidenum">
              <a:rPr lang="zh-CN" altLang="en-US" smtClean="0"/>
              <a:pPr/>
              <a:t>25</a:t>
            </a:fld>
            <a:endParaRPr lang="en-US" altLang="zh-CN"/>
          </a:p>
        </p:txBody>
      </p:sp>
      <p:pic>
        <p:nvPicPr>
          <p:cNvPr id="10" name="内容占位符 6" descr="师大图标.png"/>
          <p:cNvPicPr>
            <a:picLocks noChangeAspect="1"/>
          </p:cNvPicPr>
          <p:nvPr/>
        </p:nvPicPr>
        <p:blipFill>
          <a:blip r:embed="rId2"/>
          <a:stretch>
            <a:fillRect/>
          </a:stretch>
        </p:blipFill>
        <p:spPr bwMode="auto">
          <a:xfrm>
            <a:off x="838200" y="343000"/>
            <a:ext cx="800000" cy="800000"/>
          </a:xfrm>
          <a:prstGeom prst="rect">
            <a:avLst/>
          </a:prstGeom>
          <a:noFill/>
          <a:ln w="9525">
            <a:noFill/>
            <a:miter lim="800000"/>
            <a:headEnd/>
            <a:tailEnd/>
          </a:ln>
          <a:effectLst/>
        </p:spPr>
      </p:pic>
      <p:pic>
        <p:nvPicPr>
          <p:cNvPr id="4098" name="Picture 2"/>
          <p:cNvPicPr>
            <a:picLocks noChangeAspect="1" noChangeArrowheads="1"/>
          </p:cNvPicPr>
          <p:nvPr/>
        </p:nvPicPr>
        <p:blipFill>
          <a:blip r:embed="rId3"/>
          <a:srcRect/>
          <a:stretch>
            <a:fillRect/>
          </a:stretch>
        </p:blipFill>
        <p:spPr bwMode="auto">
          <a:xfrm>
            <a:off x="381000" y="1676400"/>
            <a:ext cx="7934960" cy="914400"/>
          </a:xfrm>
          <a:prstGeom prst="rect">
            <a:avLst/>
          </a:prstGeom>
          <a:noFill/>
          <a:ln w="9525">
            <a:noFill/>
            <a:miter lim="800000"/>
            <a:headEnd/>
            <a:tailEnd/>
          </a:ln>
          <a:effectLst/>
        </p:spPr>
      </p:pic>
      <p:pic>
        <p:nvPicPr>
          <p:cNvPr id="4100" name="Picture 4"/>
          <p:cNvPicPr>
            <a:picLocks noChangeAspect="1" noChangeArrowheads="1"/>
          </p:cNvPicPr>
          <p:nvPr/>
        </p:nvPicPr>
        <p:blipFill>
          <a:blip r:embed="rId4"/>
          <a:srcRect b="17021"/>
          <a:stretch>
            <a:fillRect/>
          </a:stretch>
        </p:blipFill>
        <p:spPr bwMode="auto">
          <a:xfrm>
            <a:off x="381000" y="2971800"/>
            <a:ext cx="7924800" cy="1578887"/>
          </a:xfrm>
          <a:prstGeom prst="rect">
            <a:avLst/>
          </a:prstGeom>
          <a:noFill/>
          <a:ln w="9525">
            <a:noFill/>
            <a:miter lim="800000"/>
            <a:headEnd/>
            <a:tailEnd/>
          </a:ln>
          <a:effectLst/>
        </p:spPr>
      </p:pic>
      <p:pic>
        <p:nvPicPr>
          <p:cNvPr id="4101" name="Picture 5"/>
          <p:cNvPicPr>
            <a:picLocks noChangeAspect="1" noChangeArrowheads="1"/>
          </p:cNvPicPr>
          <p:nvPr/>
        </p:nvPicPr>
        <p:blipFill>
          <a:blip r:embed="rId5"/>
          <a:srcRect/>
          <a:stretch>
            <a:fillRect/>
          </a:stretch>
        </p:blipFill>
        <p:spPr bwMode="auto">
          <a:xfrm>
            <a:off x="381000" y="5029199"/>
            <a:ext cx="7848600" cy="1571735"/>
          </a:xfrm>
          <a:prstGeom prst="rect">
            <a:avLst/>
          </a:prstGeom>
          <a:noFill/>
          <a:ln w="9525">
            <a:noFill/>
            <a:miter lim="800000"/>
            <a:headEnd/>
            <a:tailEnd/>
          </a:ln>
          <a:effectLst/>
        </p:spPr>
      </p:pic>
      <p:pic>
        <p:nvPicPr>
          <p:cNvPr id="4102" name="Picture 6"/>
          <p:cNvPicPr>
            <a:picLocks noChangeAspect="1" noChangeArrowheads="1"/>
          </p:cNvPicPr>
          <p:nvPr/>
        </p:nvPicPr>
        <p:blipFill>
          <a:blip r:embed="rId6"/>
          <a:srcRect/>
          <a:stretch>
            <a:fillRect/>
          </a:stretch>
        </p:blipFill>
        <p:spPr bwMode="auto">
          <a:xfrm>
            <a:off x="4519083" y="5486400"/>
            <a:ext cx="4624917" cy="762000"/>
          </a:xfrm>
          <a:prstGeom prst="rect">
            <a:avLst/>
          </a:prstGeom>
          <a:noFill/>
          <a:ln w="9525">
            <a:noFill/>
            <a:miter lim="800000"/>
            <a:headEnd/>
            <a:tailEnd/>
          </a:ln>
          <a:effectLst/>
        </p:spPr>
      </p:pic>
    </p:spTree>
  </p:cSld>
  <p:clrMapOvr>
    <a:masterClrMapping/>
  </p:clrMapOvr>
  <p:transition>
    <p:split dir="in"/>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5</a:t>
            </a:r>
            <a:r>
              <a:rPr lang="zh-CN" altLang="en-US" dirty="0" smtClean="0"/>
              <a:t>、</a:t>
            </a:r>
            <a:r>
              <a:rPr lang="en-US" altLang="zh-CN" dirty="0" err="1" smtClean="0"/>
              <a:t>GeoDatabase</a:t>
            </a:r>
            <a:r>
              <a:rPr lang="zh-CN" altLang="en-US" dirty="0" smtClean="0"/>
              <a:t>模型</a:t>
            </a:r>
            <a:endParaRPr lang="zh-CN" altLang="en-US" dirty="0"/>
          </a:p>
        </p:txBody>
      </p:sp>
      <p:sp>
        <p:nvSpPr>
          <p:cNvPr id="6" name="内容占位符 5"/>
          <p:cNvSpPr>
            <a:spLocks noGrp="1"/>
          </p:cNvSpPr>
          <p:nvPr>
            <p:ph idx="1"/>
          </p:nvPr>
        </p:nvSpPr>
        <p:spPr/>
        <p:txBody>
          <a:bodyPr/>
          <a:lstStyle/>
          <a:p>
            <a:r>
              <a:rPr lang="en-US" altLang="zh-CN" dirty="0" err="1" smtClean="0">
                <a:solidFill>
                  <a:schemeClr val="tx1"/>
                </a:solidFill>
                <a:ea typeface="黑体" pitchFamily="2" charset="-122"/>
              </a:rPr>
              <a:t>GeoDataset</a:t>
            </a:r>
            <a:endParaRPr lang="en-US" altLang="zh-CN" dirty="0" smtClean="0">
              <a:solidFill>
                <a:schemeClr val="tx1"/>
              </a:solidFill>
              <a:ea typeface="黑体" pitchFamily="2" charset="-122"/>
            </a:endParaRPr>
          </a:p>
          <a:p>
            <a:pPr lvl="1"/>
            <a:r>
              <a:rPr lang="zh-CN" altLang="en-US" dirty="0" smtClean="0">
                <a:latin typeface="+mj-lt"/>
                <a:ea typeface="黑体" pitchFamily="2" charset="-122"/>
              </a:rPr>
              <a:t>抽象类，表示具有空间属性的数据集</a:t>
            </a:r>
            <a:endParaRPr lang="en-US" altLang="zh-CN" dirty="0" smtClean="0">
              <a:latin typeface="+mj-lt"/>
              <a:ea typeface="黑体" pitchFamily="2" charset="-122"/>
            </a:endParaRPr>
          </a:p>
          <a:p>
            <a:pPr lvl="1"/>
            <a:r>
              <a:rPr lang="zh-CN" altLang="en-US" dirty="0" smtClean="0">
                <a:latin typeface="+mj-lt"/>
                <a:ea typeface="黑体" pitchFamily="2" charset="-122"/>
              </a:rPr>
              <a:t>如果可以设置空间参考，那就是</a:t>
            </a:r>
            <a:r>
              <a:rPr lang="en-US" altLang="zh-CN" dirty="0" err="1" smtClean="0">
                <a:latin typeface="+mj-lt"/>
                <a:ea typeface="黑体" pitchFamily="2" charset="-122"/>
              </a:rPr>
              <a:t>GeoDataset</a:t>
            </a:r>
            <a:endParaRPr lang="en-US" altLang="zh-CN" dirty="0" smtClean="0">
              <a:latin typeface="+mj-lt"/>
              <a:ea typeface="黑体" pitchFamily="2" charset="-122"/>
            </a:endParaRPr>
          </a:p>
          <a:p>
            <a:pPr lvl="2"/>
            <a:endParaRPr lang="en-US" altLang="zh-CN" sz="1800" dirty="0" smtClean="0">
              <a:latin typeface="+mj-lt"/>
              <a:ea typeface="黑体" pitchFamily="2" charset="-122"/>
            </a:endParaRPr>
          </a:p>
          <a:p>
            <a:pPr lvl="1">
              <a:buNone/>
            </a:pPr>
            <a:endParaRPr lang="en-US" altLang="zh-CN" dirty="0" smtClean="0">
              <a:solidFill>
                <a:schemeClr val="tx1"/>
              </a:solidFill>
              <a:latin typeface="+mj-lt"/>
              <a:ea typeface="黑体" pitchFamily="2" charset="-122"/>
            </a:endParaRPr>
          </a:p>
          <a:p>
            <a:pPr lvl="1">
              <a:buNone/>
            </a:pPr>
            <a:endParaRPr lang="en-US" altLang="zh-CN" dirty="0" smtClean="0">
              <a:solidFill>
                <a:schemeClr val="tx1"/>
              </a:solidFill>
              <a:latin typeface="+mj-lt"/>
              <a:ea typeface="黑体" pitchFamily="2" charset="-122"/>
            </a:endParaRPr>
          </a:p>
          <a:p>
            <a:endParaRPr lang="en-US" altLang="zh-CN" dirty="0" smtClean="0">
              <a:solidFill>
                <a:schemeClr val="tx1"/>
              </a:solidFill>
              <a:latin typeface="+mj-lt"/>
              <a:ea typeface="黑体" pitchFamily="2" charset="-122"/>
            </a:endParaRPr>
          </a:p>
          <a:p>
            <a:pPr lvl="1"/>
            <a:endParaRPr lang="en-US" altLang="zh-CN" dirty="0" smtClean="0">
              <a:solidFill>
                <a:schemeClr val="tx1"/>
              </a:solidFill>
              <a:ea typeface="黑体" pitchFamily="2" charset="-122"/>
            </a:endParaRPr>
          </a:p>
        </p:txBody>
      </p:sp>
      <p:sp>
        <p:nvSpPr>
          <p:cNvPr id="7" name="Line 95"/>
          <p:cNvSpPr>
            <a:spLocks noChangeShapeType="1"/>
          </p:cNvSpPr>
          <p:nvPr/>
        </p:nvSpPr>
        <p:spPr bwMode="auto">
          <a:xfrm>
            <a:off x="457200" y="1219200"/>
            <a:ext cx="7524000" cy="0"/>
          </a:xfrm>
          <a:prstGeom prst="line">
            <a:avLst/>
          </a:prstGeom>
          <a:noFill/>
          <a:ln w="88900" cmpd="thinThick">
            <a:solidFill>
              <a:srgbClr val="9294C0"/>
            </a:solidFill>
            <a:round/>
            <a:headEnd/>
            <a:tailEnd/>
          </a:ln>
          <a:effectLst/>
        </p:spPr>
        <p:txBody>
          <a:bodyPr wrap="none" anchor="ctr"/>
          <a:lstStyle/>
          <a:p>
            <a:endParaRPr lang="zh-CN" altLang="en-US"/>
          </a:p>
        </p:txBody>
      </p:sp>
      <p:sp>
        <p:nvSpPr>
          <p:cNvPr id="9" name="圆角右箭头 8"/>
          <p:cNvSpPr/>
          <p:nvPr/>
        </p:nvSpPr>
        <p:spPr bwMode="auto">
          <a:xfrm>
            <a:off x="3124200" y="5257800"/>
            <a:ext cx="990600" cy="381000"/>
          </a:xfrm>
          <a:prstGeom prst="bentArrow">
            <a:avLst/>
          </a:prstGeom>
          <a:solidFill>
            <a:schemeClr val="accent1"/>
          </a:solidFill>
          <a:ln w="9525" cap="flat" cmpd="sng" algn="ctr">
            <a:noFill/>
            <a:prstDash val="solid"/>
            <a:round/>
            <a:headEnd type="none" w="med" len="med"/>
            <a:tailEnd type="none" w="med" len="med"/>
          </a:ln>
          <a:effectLst/>
          <a:scene3d>
            <a:camera prst="orthographicFront">
              <a:rot lat="5400000" lon="0" rev="0"/>
            </a:camera>
            <a:lightRig rig="threePt" dir="t"/>
          </a:scene3d>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smtClean="0">
              <a:ln>
                <a:noFill/>
              </a:ln>
              <a:solidFill>
                <a:schemeClr val="tx1"/>
              </a:solidFill>
              <a:effectLst/>
              <a:latin typeface="Arial" pitchFamily="34" charset="0"/>
            </a:endParaRPr>
          </a:p>
        </p:txBody>
      </p:sp>
      <p:sp>
        <p:nvSpPr>
          <p:cNvPr id="13" name="灯片编号占位符 12"/>
          <p:cNvSpPr>
            <a:spLocks noGrp="1"/>
          </p:cNvSpPr>
          <p:nvPr>
            <p:ph type="sldNum" sz="quarter" idx="12"/>
          </p:nvPr>
        </p:nvSpPr>
        <p:spPr/>
        <p:txBody>
          <a:bodyPr/>
          <a:lstStyle/>
          <a:p>
            <a:fld id="{AE60A1FF-8927-450B-A360-23049E3230E2}" type="slidenum">
              <a:rPr lang="zh-CN" altLang="en-US" smtClean="0"/>
              <a:pPr/>
              <a:t>26</a:t>
            </a:fld>
            <a:endParaRPr lang="en-US" altLang="zh-CN"/>
          </a:p>
        </p:txBody>
      </p:sp>
      <p:pic>
        <p:nvPicPr>
          <p:cNvPr id="10" name="内容占位符 6" descr="师大图标.png"/>
          <p:cNvPicPr>
            <a:picLocks noChangeAspect="1"/>
          </p:cNvPicPr>
          <p:nvPr/>
        </p:nvPicPr>
        <p:blipFill>
          <a:blip r:embed="rId2"/>
          <a:stretch>
            <a:fillRect/>
          </a:stretch>
        </p:blipFill>
        <p:spPr bwMode="auto">
          <a:xfrm>
            <a:off x="838200" y="343000"/>
            <a:ext cx="800000" cy="800000"/>
          </a:xfrm>
          <a:prstGeom prst="rect">
            <a:avLst/>
          </a:prstGeom>
          <a:noFill/>
          <a:ln w="9525">
            <a:noFill/>
            <a:miter lim="800000"/>
            <a:headEnd/>
            <a:tailEnd/>
          </a:ln>
          <a:effectLst/>
        </p:spPr>
      </p:pic>
      <p:pic>
        <p:nvPicPr>
          <p:cNvPr id="5122" name="Picture 2"/>
          <p:cNvPicPr>
            <a:picLocks noChangeAspect="1" noChangeArrowheads="1"/>
          </p:cNvPicPr>
          <p:nvPr/>
        </p:nvPicPr>
        <p:blipFill>
          <a:blip r:embed="rId3"/>
          <a:srcRect/>
          <a:stretch>
            <a:fillRect/>
          </a:stretch>
        </p:blipFill>
        <p:spPr bwMode="auto">
          <a:xfrm>
            <a:off x="0" y="2819400"/>
            <a:ext cx="3588095" cy="2590800"/>
          </a:xfrm>
          <a:prstGeom prst="rect">
            <a:avLst/>
          </a:prstGeom>
          <a:noFill/>
          <a:ln w="9525">
            <a:noFill/>
            <a:miter lim="800000"/>
            <a:headEnd/>
            <a:tailEnd/>
          </a:ln>
          <a:effectLst/>
        </p:spPr>
      </p:pic>
      <p:pic>
        <p:nvPicPr>
          <p:cNvPr id="5123" name="Picture 3"/>
          <p:cNvPicPr>
            <a:picLocks noChangeAspect="1" noChangeArrowheads="1"/>
          </p:cNvPicPr>
          <p:nvPr/>
        </p:nvPicPr>
        <p:blipFill>
          <a:blip r:embed="rId4"/>
          <a:srcRect/>
          <a:stretch>
            <a:fillRect/>
          </a:stretch>
        </p:blipFill>
        <p:spPr bwMode="auto">
          <a:xfrm>
            <a:off x="3657600" y="2819400"/>
            <a:ext cx="5076825" cy="1724025"/>
          </a:xfrm>
          <a:prstGeom prst="rect">
            <a:avLst/>
          </a:prstGeom>
          <a:noFill/>
          <a:ln w="9525">
            <a:noFill/>
            <a:miter lim="800000"/>
            <a:headEnd/>
            <a:tailEnd/>
          </a:ln>
          <a:effectLst/>
        </p:spPr>
      </p:pic>
      <p:pic>
        <p:nvPicPr>
          <p:cNvPr id="5125" name="Picture 5"/>
          <p:cNvPicPr>
            <a:picLocks noChangeAspect="1" noChangeArrowheads="1"/>
          </p:cNvPicPr>
          <p:nvPr/>
        </p:nvPicPr>
        <p:blipFill>
          <a:blip r:embed="rId5"/>
          <a:srcRect/>
          <a:stretch>
            <a:fillRect/>
          </a:stretch>
        </p:blipFill>
        <p:spPr bwMode="auto">
          <a:xfrm>
            <a:off x="3657600" y="4648200"/>
            <a:ext cx="5105400" cy="1692020"/>
          </a:xfrm>
          <a:prstGeom prst="rect">
            <a:avLst/>
          </a:prstGeom>
          <a:noFill/>
          <a:ln w="9525">
            <a:noFill/>
            <a:miter lim="800000"/>
            <a:headEnd/>
            <a:tailEnd/>
          </a:ln>
          <a:effectLst/>
        </p:spPr>
      </p:pic>
    </p:spTree>
  </p:cSld>
  <p:clrMapOvr>
    <a:masterClrMapping/>
  </p:clrMapOvr>
  <p:transition>
    <p:split dir="in"/>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srcRect/>
          <a:stretch>
            <a:fillRect/>
          </a:stretch>
        </p:blipFill>
        <p:spPr bwMode="auto">
          <a:xfrm>
            <a:off x="5257800" y="2229750"/>
            <a:ext cx="3886200" cy="4628250"/>
          </a:xfrm>
          <a:prstGeom prst="rect">
            <a:avLst/>
          </a:prstGeom>
          <a:noFill/>
          <a:ln w="9525">
            <a:noFill/>
            <a:miter lim="800000"/>
            <a:headEnd/>
            <a:tailEnd/>
          </a:ln>
          <a:effectLst/>
        </p:spPr>
      </p:pic>
      <p:sp>
        <p:nvSpPr>
          <p:cNvPr id="2" name="标题 1"/>
          <p:cNvSpPr>
            <a:spLocks noGrp="1"/>
          </p:cNvSpPr>
          <p:nvPr>
            <p:ph type="title"/>
          </p:nvPr>
        </p:nvSpPr>
        <p:spPr/>
        <p:txBody>
          <a:bodyPr/>
          <a:lstStyle/>
          <a:p>
            <a:r>
              <a:rPr lang="en-US" altLang="zh-CN" dirty="0" smtClean="0"/>
              <a:t>5</a:t>
            </a:r>
            <a:r>
              <a:rPr lang="zh-CN" altLang="en-US" dirty="0" smtClean="0"/>
              <a:t>、</a:t>
            </a:r>
            <a:r>
              <a:rPr lang="en-US" altLang="zh-CN" dirty="0" err="1" smtClean="0"/>
              <a:t>GeoDatabase</a:t>
            </a:r>
            <a:r>
              <a:rPr lang="zh-CN" altLang="en-US" dirty="0" smtClean="0"/>
              <a:t>模型</a:t>
            </a:r>
            <a:endParaRPr lang="zh-CN" altLang="en-US" dirty="0"/>
          </a:p>
        </p:txBody>
      </p:sp>
      <p:sp>
        <p:nvSpPr>
          <p:cNvPr id="6" name="内容占位符 5"/>
          <p:cNvSpPr>
            <a:spLocks noGrp="1"/>
          </p:cNvSpPr>
          <p:nvPr>
            <p:ph idx="1"/>
          </p:nvPr>
        </p:nvSpPr>
        <p:spPr/>
        <p:txBody>
          <a:bodyPr/>
          <a:lstStyle/>
          <a:p>
            <a:r>
              <a:rPr lang="en-US" altLang="zh-CN" dirty="0" err="1" smtClean="0">
                <a:solidFill>
                  <a:schemeClr val="tx1"/>
                </a:solidFill>
                <a:ea typeface="黑体" pitchFamily="2" charset="-122"/>
              </a:rPr>
              <a:t>FeatureDataset</a:t>
            </a:r>
            <a:r>
              <a:rPr lang="zh-CN" altLang="en-US" dirty="0" smtClean="0">
                <a:solidFill>
                  <a:schemeClr val="tx1"/>
                </a:solidFill>
                <a:ea typeface="黑体" pitchFamily="2" charset="-122"/>
              </a:rPr>
              <a:t>对象（要素数据集）</a:t>
            </a:r>
            <a:endParaRPr lang="en-US" altLang="zh-CN" dirty="0" smtClean="0">
              <a:solidFill>
                <a:schemeClr val="tx1"/>
              </a:solidFill>
              <a:ea typeface="黑体" pitchFamily="2" charset="-122"/>
            </a:endParaRPr>
          </a:p>
          <a:p>
            <a:pPr lvl="1"/>
            <a:r>
              <a:rPr lang="zh-CN" altLang="en-US" dirty="0" smtClean="0">
                <a:latin typeface="+mj-lt"/>
                <a:ea typeface="黑体" pitchFamily="2" charset="-122"/>
              </a:rPr>
              <a:t>简单的要素类容器，放置相同空间参考的要素类</a:t>
            </a:r>
            <a:endParaRPr lang="en-US" altLang="zh-CN" dirty="0" smtClean="0">
              <a:latin typeface="+mj-lt"/>
              <a:ea typeface="黑体" pitchFamily="2" charset="-122"/>
            </a:endParaRPr>
          </a:p>
          <a:p>
            <a:pPr lvl="1"/>
            <a:r>
              <a:rPr lang="zh-CN" altLang="en-US" dirty="0" smtClean="0">
                <a:latin typeface="+mj-lt"/>
                <a:ea typeface="黑体" pitchFamily="2" charset="-122"/>
              </a:rPr>
              <a:t>只能存在于</a:t>
            </a:r>
            <a:r>
              <a:rPr lang="en-US" altLang="zh-CN" dirty="0" err="1" smtClean="0">
                <a:latin typeface="+mj-lt"/>
                <a:ea typeface="黑体" pitchFamily="2" charset="-122"/>
              </a:rPr>
              <a:t>Geodatabase</a:t>
            </a:r>
            <a:r>
              <a:rPr lang="zh-CN" altLang="en-US" dirty="0" smtClean="0">
                <a:latin typeface="+mj-lt"/>
                <a:ea typeface="黑体" pitchFamily="2" charset="-122"/>
              </a:rPr>
              <a:t>中</a:t>
            </a:r>
            <a:endParaRPr lang="en-US" altLang="zh-CN" dirty="0" smtClean="0">
              <a:latin typeface="+mj-lt"/>
              <a:ea typeface="黑体" pitchFamily="2" charset="-122"/>
            </a:endParaRPr>
          </a:p>
          <a:p>
            <a:pPr lvl="1"/>
            <a:r>
              <a:rPr lang="zh-CN" altLang="en-US" dirty="0" smtClean="0">
                <a:latin typeface="+mj-lt"/>
                <a:ea typeface="黑体" pitchFamily="2" charset="-122"/>
              </a:rPr>
              <a:t>通常作为数据组织方式</a:t>
            </a:r>
            <a:endParaRPr lang="en-US" altLang="zh-CN" dirty="0" smtClean="0">
              <a:latin typeface="+mj-lt"/>
              <a:ea typeface="黑体" pitchFamily="2" charset="-122"/>
            </a:endParaRPr>
          </a:p>
          <a:p>
            <a:pPr lvl="1"/>
            <a:r>
              <a:rPr lang="zh-CN" altLang="en-US" dirty="0" smtClean="0">
                <a:latin typeface="+mj-lt"/>
                <a:ea typeface="黑体" pitchFamily="2" charset="-122"/>
              </a:rPr>
              <a:t>数据集不允许同名</a:t>
            </a:r>
            <a:endParaRPr lang="en-US" altLang="zh-CN" dirty="0" smtClean="0">
              <a:latin typeface="+mj-lt"/>
              <a:ea typeface="黑体" pitchFamily="2" charset="-122"/>
            </a:endParaRPr>
          </a:p>
          <a:p>
            <a:pPr lvl="2"/>
            <a:endParaRPr lang="en-US" altLang="zh-CN" sz="1800" dirty="0" smtClean="0">
              <a:latin typeface="+mj-lt"/>
              <a:ea typeface="黑体" pitchFamily="2" charset="-122"/>
            </a:endParaRPr>
          </a:p>
          <a:p>
            <a:pPr lvl="1">
              <a:buNone/>
            </a:pPr>
            <a:endParaRPr lang="en-US" altLang="zh-CN" dirty="0" smtClean="0">
              <a:solidFill>
                <a:schemeClr val="tx1"/>
              </a:solidFill>
              <a:latin typeface="+mj-lt"/>
              <a:ea typeface="黑体" pitchFamily="2" charset="-122"/>
            </a:endParaRPr>
          </a:p>
          <a:p>
            <a:pPr lvl="1">
              <a:buNone/>
            </a:pPr>
            <a:endParaRPr lang="en-US" altLang="zh-CN" dirty="0" smtClean="0">
              <a:solidFill>
                <a:schemeClr val="tx1"/>
              </a:solidFill>
              <a:latin typeface="+mj-lt"/>
              <a:ea typeface="黑体" pitchFamily="2" charset="-122"/>
            </a:endParaRPr>
          </a:p>
          <a:p>
            <a:endParaRPr lang="en-US" altLang="zh-CN" dirty="0" smtClean="0">
              <a:solidFill>
                <a:schemeClr val="tx1"/>
              </a:solidFill>
              <a:latin typeface="+mj-lt"/>
              <a:ea typeface="黑体" pitchFamily="2" charset="-122"/>
            </a:endParaRPr>
          </a:p>
          <a:p>
            <a:pPr lvl="1"/>
            <a:endParaRPr lang="en-US" altLang="zh-CN" dirty="0" smtClean="0">
              <a:solidFill>
                <a:schemeClr val="tx1"/>
              </a:solidFill>
              <a:ea typeface="黑体" pitchFamily="2" charset="-122"/>
            </a:endParaRPr>
          </a:p>
        </p:txBody>
      </p:sp>
      <p:sp>
        <p:nvSpPr>
          <p:cNvPr id="7" name="Line 95"/>
          <p:cNvSpPr>
            <a:spLocks noChangeShapeType="1"/>
          </p:cNvSpPr>
          <p:nvPr/>
        </p:nvSpPr>
        <p:spPr bwMode="auto">
          <a:xfrm>
            <a:off x="457200" y="1219200"/>
            <a:ext cx="7524000" cy="0"/>
          </a:xfrm>
          <a:prstGeom prst="line">
            <a:avLst/>
          </a:prstGeom>
          <a:noFill/>
          <a:ln w="88900" cmpd="thinThick">
            <a:solidFill>
              <a:srgbClr val="9294C0"/>
            </a:solidFill>
            <a:round/>
            <a:headEnd/>
            <a:tailEnd/>
          </a:ln>
          <a:effectLst/>
        </p:spPr>
        <p:txBody>
          <a:bodyPr wrap="none" anchor="ctr"/>
          <a:lstStyle/>
          <a:p>
            <a:endParaRPr lang="zh-CN" altLang="en-US"/>
          </a:p>
        </p:txBody>
      </p:sp>
      <p:sp>
        <p:nvSpPr>
          <p:cNvPr id="9" name="圆角右箭头 8"/>
          <p:cNvSpPr/>
          <p:nvPr/>
        </p:nvSpPr>
        <p:spPr bwMode="auto">
          <a:xfrm>
            <a:off x="3124200" y="5257800"/>
            <a:ext cx="990600" cy="381000"/>
          </a:xfrm>
          <a:prstGeom prst="bentArrow">
            <a:avLst/>
          </a:prstGeom>
          <a:solidFill>
            <a:schemeClr val="accent1"/>
          </a:solidFill>
          <a:ln w="9525" cap="flat" cmpd="sng" algn="ctr">
            <a:noFill/>
            <a:prstDash val="solid"/>
            <a:round/>
            <a:headEnd type="none" w="med" len="med"/>
            <a:tailEnd type="none" w="med" len="med"/>
          </a:ln>
          <a:effectLst/>
          <a:scene3d>
            <a:camera prst="orthographicFront">
              <a:rot lat="5400000" lon="0" rev="0"/>
            </a:camera>
            <a:lightRig rig="threePt" dir="t"/>
          </a:scene3d>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smtClean="0">
              <a:ln>
                <a:noFill/>
              </a:ln>
              <a:solidFill>
                <a:schemeClr val="tx1"/>
              </a:solidFill>
              <a:effectLst/>
              <a:latin typeface="Arial" pitchFamily="34" charset="0"/>
            </a:endParaRPr>
          </a:p>
        </p:txBody>
      </p:sp>
      <p:sp>
        <p:nvSpPr>
          <p:cNvPr id="13" name="灯片编号占位符 12"/>
          <p:cNvSpPr>
            <a:spLocks noGrp="1"/>
          </p:cNvSpPr>
          <p:nvPr>
            <p:ph type="sldNum" sz="quarter" idx="12"/>
          </p:nvPr>
        </p:nvSpPr>
        <p:spPr/>
        <p:txBody>
          <a:bodyPr/>
          <a:lstStyle/>
          <a:p>
            <a:fld id="{AE60A1FF-8927-450B-A360-23049E3230E2}" type="slidenum">
              <a:rPr lang="zh-CN" altLang="en-US" smtClean="0"/>
              <a:pPr/>
              <a:t>27</a:t>
            </a:fld>
            <a:endParaRPr lang="en-US" altLang="zh-CN"/>
          </a:p>
        </p:txBody>
      </p:sp>
      <p:pic>
        <p:nvPicPr>
          <p:cNvPr id="10" name="内容占位符 6" descr="师大图标.png"/>
          <p:cNvPicPr>
            <a:picLocks noChangeAspect="1"/>
          </p:cNvPicPr>
          <p:nvPr/>
        </p:nvPicPr>
        <p:blipFill>
          <a:blip r:embed="rId3"/>
          <a:stretch>
            <a:fillRect/>
          </a:stretch>
        </p:blipFill>
        <p:spPr bwMode="auto">
          <a:xfrm>
            <a:off x="838200" y="343000"/>
            <a:ext cx="800000" cy="800000"/>
          </a:xfrm>
          <a:prstGeom prst="rect">
            <a:avLst/>
          </a:prstGeom>
          <a:noFill/>
          <a:ln w="9525">
            <a:noFill/>
            <a:miter lim="800000"/>
            <a:headEnd/>
            <a:tailEnd/>
          </a:ln>
          <a:effectLst/>
        </p:spPr>
      </p:pic>
    </p:spTree>
  </p:cSld>
  <p:clrMapOvr>
    <a:masterClrMapping/>
  </p:clrMapOvr>
  <p:transition>
    <p:split dir="in"/>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5</a:t>
            </a:r>
            <a:r>
              <a:rPr lang="zh-CN" altLang="en-US" dirty="0" smtClean="0"/>
              <a:t>、</a:t>
            </a:r>
            <a:r>
              <a:rPr lang="en-US" altLang="zh-CN" dirty="0" err="1" smtClean="0"/>
              <a:t>GeoDatabase</a:t>
            </a:r>
            <a:r>
              <a:rPr lang="zh-CN" altLang="en-US" dirty="0" smtClean="0"/>
              <a:t>模型</a:t>
            </a:r>
            <a:endParaRPr lang="zh-CN" altLang="en-US" dirty="0"/>
          </a:p>
        </p:txBody>
      </p:sp>
      <p:sp>
        <p:nvSpPr>
          <p:cNvPr id="6" name="内容占位符 5"/>
          <p:cNvSpPr>
            <a:spLocks noGrp="1"/>
          </p:cNvSpPr>
          <p:nvPr>
            <p:ph idx="1"/>
          </p:nvPr>
        </p:nvSpPr>
        <p:spPr/>
        <p:txBody>
          <a:bodyPr/>
          <a:lstStyle/>
          <a:p>
            <a:r>
              <a:rPr lang="en-US" altLang="zh-CN" dirty="0" err="1" smtClean="0">
                <a:solidFill>
                  <a:schemeClr val="tx1"/>
                </a:solidFill>
                <a:ea typeface="黑体" pitchFamily="2" charset="-122"/>
              </a:rPr>
              <a:t>IFeatureDataset</a:t>
            </a:r>
            <a:endParaRPr lang="en-US" altLang="zh-CN" dirty="0" smtClean="0">
              <a:solidFill>
                <a:schemeClr val="tx1"/>
              </a:solidFill>
              <a:latin typeface="+mj-lt"/>
              <a:ea typeface="黑体" pitchFamily="2" charset="-122"/>
            </a:endParaRPr>
          </a:p>
          <a:p>
            <a:r>
              <a:rPr lang="zh-CN" altLang="en-US" sz="2800" dirty="0" smtClean="0">
                <a:solidFill>
                  <a:schemeClr val="tx1"/>
                </a:solidFill>
                <a:latin typeface="+mj-lt"/>
                <a:ea typeface="黑体" pitchFamily="2" charset="-122"/>
              </a:rPr>
              <a:t>空间参考必须一致</a:t>
            </a:r>
            <a:endParaRPr lang="en-US" altLang="zh-CN" sz="2800" dirty="0" smtClean="0">
              <a:latin typeface="+mj-lt"/>
              <a:ea typeface="黑体" pitchFamily="2" charset="-122"/>
            </a:endParaRPr>
          </a:p>
          <a:p>
            <a:pPr lvl="1">
              <a:buNone/>
            </a:pPr>
            <a:endParaRPr lang="en-US" altLang="zh-CN" sz="2800" dirty="0" smtClean="0">
              <a:solidFill>
                <a:schemeClr val="tx1"/>
              </a:solidFill>
              <a:latin typeface="+mj-lt"/>
              <a:ea typeface="黑体" pitchFamily="2" charset="-122"/>
            </a:endParaRPr>
          </a:p>
          <a:p>
            <a:pPr lvl="1">
              <a:buNone/>
            </a:pPr>
            <a:endParaRPr lang="en-US" altLang="zh-CN" sz="2800" dirty="0" smtClean="0">
              <a:solidFill>
                <a:schemeClr val="tx1"/>
              </a:solidFill>
              <a:latin typeface="+mj-lt"/>
              <a:ea typeface="黑体" pitchFamily="2" charset="-122"/>
            </a:endParaRPr>
          </a:p>
          <a:p>
            <a:endParaRPr lang="en-US" altLang="zh-CN" dirty="0" smtClean="0">
              <a:solidFill>
                <a:schemeClr val="tx1"/>
              </a:solidFill>
              <a:latin typeface="+mj-lt"/>
              <a:ea typeface="黑体" pitchFamily="2" charset="-122"/>
            </a:endParaRPr>
          </a:p>
          <a:p>
            <a:pPr lvl="1"/>
            <a:endParaRPr lang="en-US" altLang="zh-CN" sz="2800" dirty="0" smtClean="0">
              <a:solidFill>
                <a:schemeClr val="tx1"/>
              </a:solidFill>
              <a:ea typeface="黑体" pitchFamily="2" charset="-122"/>
            </a:endParaRPr>
          </a:p>
        </p:txBody>
      </p:sp>
      <p:sp>
        <p:nvSpPr>
          <p:cNvPr id="7" name="Line 95"/>
          <p:cNvSpPr>
            <a:spLocks noChangeShapeType="1"/>
          </p:cNvSpPr>
          <p:nvPr/>
        </p:nvSpPr>
        <p:spPr bwMode="auto">
          <a:xfrm>
            <a:off x="457200" y="1219200"/>
            <a:ext cx="7524000" cy="0"/>
          </a:xfrm>
          <a:prstGeom prst="line">
            <a:avLst/>
          </a:prstGeom>
          <a:noFill/>
          <a:ln w="88900" cmpd="thinThick">
            <a:solidFill>
              <a:srgbClr val="9294C0"/>
            </a:solidFill>
            <a:round/>
            <a:headEnd/>
            <a:tailEnd/>
          </a:ln>
          <a:effectLst/>
        </p:spPr>
        <p:txBody>
          <a:bodyPr wrap="none" anchor="ctr"/>
          <a:lstStyle/>
          <a:p>
            <a:endParaRPr lang="zh-CN" altLang="en-US"/>
          </a:p>
        </p:txBody>
      </p:sp>
      <p:sp>
        <p:nvSpPr>
          <p:cNvPr id="9" name="圆角右箭头 8"/>
          <p:cNvSpPr/>
          <p:nvPr/>
        </p:nvSpPr>
        <p:spPr bwMode="auto">
          <a:xfrm>
            <a:off x="3124200" y="5257800"/>
            <a:ext cx="990600" cy="381000"/>
          </a:xfrm>
          <a:prstGeom prst="bentArrow">
            <a:avLst/>
          </a:prstGeom>
          <a:solidFill>
            <a:schemeClr val="accent1"/>
          </a:solidFill>
          <a:ln w="9525" cap="flat" cmpd="sng" algn="ctr">
            <a:noFill/>
            <a:prstDash val="solid"/>
            <a:round/>
            <a:headEnd type="none" w="med" len="med"/>
            <a:tailEnd type="none" w="med" len="med"/>
          </a:ln>
          <a:effectLst/>
          <a:scene3d>
            <a:camera prst="orthographicFront">
              <a:rot lat="5400000" lon="0" rev="0"/>
            </a:camera>
            <a:lightRig rig="threePt" dir="t"/>
          </a:scene3d>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smtClean="0">
              <a:ln>
                <a:noFill/>
              </a:ln>
              <a:solidFill>
                <a:schemeClr val="tx1"/>
              </a:solidFill>
              <a:effectLst/>
              <a:latin typeface="Arial" pitchFamily="34" charset="0"/>
            </a:endParaRPr>
          </a:p>
        </p:txBody>
      </p:sp>
      <p:sp>
        <p:nvSpPr>
          <p:cNvPr id="13" name="灯片编号占位符 12"/>
          <p:cNvSpPr>
            <a:spLocks noGrp="1"/>
          </p:cNvSpPr>
          <p:nvPr>
            <p:ph type="sldNum" sz="quarter" idx="12"/>
          </p:nvPr>
        </p:nvSpPr>
        <p:spPr/>
        <p:txBody>
          <a:bodyPr/>
          <a:lstStyle/>
          <a:p>
            <a:fld id="{AE60A1FF-8927-450B-A360-23049E3230E2}" type="slidenum">
              <a:rPr lang="zh-CN" altLang="en-US" smtClean="0"/>
              <a:pPr/>
              <a:t>28</a:t>
            </a:fld>
            <a:endParaRPr lang="en-US" altLang="zh-CN"/>
          </a:p>
        </p:txBody>
      </p:sp>
      <p:pic>
        <p:nvPicPr>
          <p:cNvPr id="10" name="内容占位符 6" descr="师大图标.png"/>
          <p:cNvPicPr>
            <a:picLocks noChangeAspect="1"/>
          </p:cNvPicPr>
          <p:nvPr/>
        </p:nvPicPr>
        <p:blipFill>
          <a:blip r:embed="rId2"/>
          <a:stretch>
            <a:fillRect/>
          </a:stretch>
        </p:blipFill>
        <p:spPr bwMode="auto">
          <a:xfrm>
            <a:off x="838200" y="343000"/>
            <a:ext cx="800000" cy="800000"/>
          </a:xfrm>
          <a:prstGeom prst="rect">
            <a:avLst/>
          </a:prstGeom>
          <a:noFill/>
          <a:ln w="9525">
            <a:noFill/>
            <a:miter lim="800000"/>
            <a:headEnd/>
            <a:tailEnd/>
          </a:ln>
          <a:effectLst/>
        </p:spPr>
      </p:pic>
      <p:pic>
        <p:nvPicPr>
          <p:cNvPr id="7170" name="Picture 2"/>
          <p:cNvPicPr>
            <a:picLocks noChangeAspect="1" noChangeArrowheads="1"/>
          </p:cNvPicPr>
          <p:nvPr/>
        </p:nvPicPr>
        <p:blipFill>
          <a:blip r:embed="rId3"/>
          <a:srcRect/>
          <a:stretch>
            <a:fillRect/>
          </a:stretch>
        </p:blipFill>
        <p:spPr bwMode="auto">
          <a:xfrm>
            <a:off x="3943350" y="1447800"/>
            <a:ext cx="4895850" cy="2381250"/>
          </a:xfrm>
          <a:prstGeom prst="rect">
            <a:avLst/>
          </a:prstGeom>
          <a:noFill/>
          <a:ln w="9525">
            <a:noFill/>
            <a:miter lim="800000"/>
            <a:headEnd/>
            <a:tailEnd/>
          </a:ln>
          <a:effectLst/>
        </p:spPr>
      </p:pic>
    </p:spTree>
  </p:cSld>
  <p:clrMapOvr>
    <a:masterClrMapping/>
  </p:clrMapOvr>
  <p:transition>
    <p:split dir="in"/>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5</a:t>
            </a:r>
            <a:r>
              <a:rPr lang="zh-CN" altLang="en-US" dirty="0" smtClean="0"/>
              <a:t>、</a:t>
            </a:r>
            <a:r>
              <a:rPr lang="en-US" altLang="zh-CN" dirty="0" err="1" smtClean="0"/>
              <a:t>GeoDatabase</a:t>
            </a:r>
            <a:r>
              <a:rPr lang="zh-CN" altLang="en-US" dirty="0" smtClean="0"/>
              <a:t>模型</a:t>
            </a:r>
            <a:endParaRPr lang="zh-CN" altLang="en-US" dirty="0"/>
          </a:p>
        </p:txBody>
      </p:sp>
      <p:sp>
        <p:nvSpPr>
          <p:cNvPr id="6" name="内容占位符 5"/>
          <p:cNvSpPr>
            <a:spLocks noGrp="1"/>
          </p:cNvSpPr>
          <p:nvPr>
            <p:ph idx="1"/>
          </p:nvPr>
        </p:nvSpPr>
        <p:spPr/>
        <p:txBody>
          <a:bodyPr/>
          <a:lstStyle/>
          <a:p>
            <a:r>
              <a:rPr lang="zh-CN" altLang="en-US" dirty="0" smtClean="0">
                <a:solidFill>
                  <a:schemeClr val="tx1"/>
                </a:solidFill>
                <a:ea typeface="黑体" pitchFamily="2" charset="-122"/>
              </a:rPr>
              <a:t>表、对象类和要素类</a:t>
            </a:r>
            <a:r>
              <a:rPr lang="en-US" altLang="zh-CN" sz="2000" dirty="0" smtClean="0">
                <a:solidFill>
                  <a:schemeClr val="tx1"/>
                </a:solidFill>
                <a:ea typeface="黑体" pitchFamily="2" charset="-122"/>
              </a:rPr>
              <a:t>(Table </a:t>
            </a:r>
            <a:r>
              <a:rPr lang="zh-CN" altLang="en-US" sz="2000" dirty="0" smtClean="0">
                <a:solidFill>
                  <a:schemeClr val="tx1"/>
                </a:solidFill>
                <a:ea typeface="黑体" pitchFamily="2" charset="-122"/>
              </a:rPr>
              <a:t>、</a:t>
            </a:r>
            <a:r>
              <a:rPr lang="en-US" altLang="zh-CN" sz="2000" dirty="0" smtClean="0">
                <a:solidFill>
                  <a:schemeClr val="tx1"/>
                </a:solidFill>
                <a:ea typeface="黑体" pitchFamily="2" charset="-122"/>
              </a:rPr>
              <a:t>Object</a:t>
            </a:r>
            <a:r>
              <a:rPr lang="zh-CN" altLang="en-US" sz="2000" dirty="0" smtClean="0">
                <a:solidFill>
                  <a:schemeClr val="tx1"/>
                </a:solidFill>
                <a:ea typeface="黑体" pitchFamily="2" charset="-122"/>
              </a:rPr>
              <a:t>、</a:t>
            </a:r>
            <a:r>
              <a:rPr lang="en-US" altLang="zh-CN" sz="2000" dirty="0" smtClean="0">
                <a:solidFill>
                  <a:schemeClr val="tx1"/>
                </a:solidFill>
                <a:ea typeface="黑体" pitchFamily="2" charset="-122"/>
              </a:rPr>
              <a:t> </a:t>
            </a:r>
            <a:r>
              <a:rPr lang="en-US" altLang="zh-CN" sz="2000" dirty="0" err="1" smtClean="0">
                <a:solidFill>
                  <a:schemeClr val="tx1"/>
                </a:solidFill>
                <a:ea typeface="黑体" pitchFamily="2" charset="-122"/>
              </a:rPr>
              <a:t>FeatureClass</a:t>
            </a:r>
            <a:r>
              <a:rPr lang="en-US" altLang="zh-CN" sz="2000" dirty="0" smtClean="0">
                <a:solidFill>
                  <a:schemeClr val="tx1"/>
                </a:solidFill>
                <a:ea typeface="黑体" pitchFamily="2" charset="-122"/>
              </a:rPr>
              <a:t>)</a:t>
            </a:r>
          </a:p>
          <a:p>
            <a:endParaRPr lang="en-US" altLang="zh-CN" dirty="0" smtClean="0">
              <a:latin typeface="+mj-lt"/>
              <a:ea typeface="黑体" pitchFamily="2" charset="-122"/>
            </a:endParaRPr>
          </a:p>
          <a:p>
            <a:pPr lvl="2"/>
            <a:endParaRPr lang="en-US" altLang="zh-CN" sz="2800" dirty="0" smtClean="0">
              <a:latin typeface="+mj-lt"/>
              <a:ea typeface="黑体" pitchFamily="2" charset="-122"/>
            </a:endParaRPr>
          </a:p>
          <a:p>
            <a:pPr lvl="1">
              <a:buNone/>
            </a:pPr>
            <a:endParaRPr lang="en-US" altLang="zh-CN" sz="2800" dirty="0" smtClean="0">
              <a:solidFill>
                <a:schemeClr val="tx1"/>
              </a:solidFill>
              <a:latin typeface="+mj-lt"/>
              <a:ea typeface="黑体" pitchFamily="2" charset="-122"/>
            </a:endParaRPr>
          </a:p>
          <a:p>
            <a:pPr lvl="1">
              <a:buNone/>
            </a:pPr>
            <a:endParaRPr lang="en-US" altLang="zh-CN" sz="2800" dirty="0" smtClean="0">
              <a:solidFill>
                <a:schemeClr val="tx1"/>
              </a:solidFill>
              <a:latin typeface="+mj-lt"/>
              <a:ea typeface="黑体" pitchFamily="2" charset="-122"/>
            </a:endParaRPr>
          </a:p>
          <a:p>
            <a:endParaRPr lang="en-US" altLang="zh-CN" dirty="0" smtClean="0">
              <a:solidFill>
                <a:schemeClr val="tx1"/>
              </a:solidFill>
              <a:latin typeface="+mj-lt"/>
              <a:ea typeface="黑体" pitchFamily="2" charset="-122"/>
            </a:endParaRPr>
          </a:p>
          <a:p>
            <a:pPr lvl="1"/>
            <a:endParaRPr lang="en-US" altLang="zh-CN" sz="2800" dirty="0" smtClean="0">
              <a:solidFill>
                <a:schemeClr val="tx1"/>
              </a:solidFill>
              <a:ea typeface="黑体" pitchFamily="2" charset="-122"/>
            </a:endParaRPr>
          </a:p>
        </p:txBody>
      </p:sp>
      <p:sp>
        <p:nvSpPr>
          <p:cNvPr id="7" name="Line 95"/>
          <p:cNvSpPr>
            <a:spLocks noChangeShapeType="1"/>
          </p:cNvSpPr>
          <p:nvPr/>
        </p:nvSpPr>
        <p:spPr bwMode="auto">
          <a:xfrm>
            <a:off x="457200" y="1219200"/>
            <a:ext cx="7524000" cy="0"/>
          </a:xfrm>
          <a:prstGeom prst="line">
            <a:avLst/>
          </a:prstGeom>
          <a:noFill/>
          <a:ln w="88900" cmpd="thinThick">
            <a:solidFill>
              <a:srgbClr val="9294C0"/>
            </a:solidFill>
            <a:round/>
            <a:headEnd/>
            <a:tailEnd/>
          </a:ln>
          <a:effectLst/>
        </p:spPr>
        <p:txBody>
          <a:bodyPr wrap="none" anchor="ctr"/>
          <a:lstStyle/>
          <a:p>
            <a:endParaRPr lang="zh-CN" altLang="en-US"/>
          </a:p>
        </p:txBody>
      </p:sp>
      <p:sp>
        <p:nvSpPr>
          <p:cNvPr id="9" name="圆角右箭头 8"/>
          <p:cNvSpPr/>
          <p:nvPr/>
        </p:nvSpPr>
        <p:spPr bwMode="auto">
          <a:xfrm>
            <a:off x="3124200" y="5257800"/>
            <a:ext cx="990600" cy="381000"/>
          </a:xfrm>
          <a:prstGeom prst="bentArrow">
            <a:avLst/>
          </a:prstGeom>
          <a:solidFill>
            <a:schemeClr val="accent1"/>
          </a:solidFill>
          <a:ln w="9525" cap="flat" cmpd="sng" algn="ctr">
            <a:noFill/>
            <a:prstDash val="solid"/>
            <a:round/>
            <a:headEnd type="none" w="med" len="med"/>
            <a:tailEnd type="none" w="med" len="med"/>
          </a:ln>
          <a:effectLst/>
          <a:scene3d>
            <a:camera prst="orthographicFront">
              <a:rot lat="5400000" lon="0" rev="0"/>
            </a:camera>
            <a:lightRig rig="threePt" dir="t"/>
          </a:scene3d>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smtClean="0">
              <a:ln>
                <a:noFill/>
              </a:ln>
              <a:solidFill>
                <a:schemeClr val="tx1"/>
              </a:solidFill>
              <a:effectLst/>
              <a:latin typeface="Arial" pitchFamily="34" charset="0"/>
            </a:endParaRPr>
          </a:p>
        </p:txBody>
      </p:sp>
      <p:sp>
        <p:nvSpPr>
          <p:cNvPr id="13" name="灯片编号占位符 12"/>
          <p:cNvSpPr>
            <a:spLocks noGrp="1"/>
          </p:cNvSpPr>
          <p:nvPr>
            <p:ph type="sldNum" sz="quarter" idx="12"/>
          </p:nvPr>
        </p:nvSpPr>
        <p:spPr/>
        <p:txBody>
          <a:bodyPr/>
          <a:lstStyle/>
          <a:p>
            <a:fld id="{AE60A1FF-8927-450B-A360-23049E3230E2}" type="slidenum">
              <a:rPr lang="zh-CN" altLang="en-US" smtClean="0"/>
              <a:pPr/>
              <a:t>29</a:t>
            </a:fld>
            <a:endParaRPr lang="en-US" altLang="zh-CN"/>
          </a:p>
        </p:txBody>
      </p:sp>
      <p:pic>
        <p:nvPicPr>
          <p:cNvPr id="10" name="内容占位符 6" descr="师大图标.png"/>
          <p:cNvPicPr>
            <a:picLocks noChangeAspect="1"/>
          </p:cNvPicPr>
          <p:nvPr/>
        </p:nvPicPr>
        <p:blipFill>
          <a:blip r:embed="rId2"/>
          <a:stretch>
            <a:fillRect/>
          </a:stretch>
        </p:blipFill>
        <p:spPr bwMode="auto">
          <a:xfrm>
            <a:off x="838200" y="343000"/>
            <a:ext cx="800000" cy="800000"/>
          </a:xfrm>
          <a:prstGeom prst="rect">
            <a:avLst/>
          </a:prstGeom>
          <a:noFill/>
          <a:ln w="9525">
            <a:noFill/>
            <a:miter lim="800000"/>
            <a:headEnd/>
            <a:tailEnd/>
          </a:ln>
          <a:effectLst/>
        </p:spPr>
      </p:pic>
      <p:pic>
        <p:nvPicPr>
          <p:cNvPr id="8195" name="Picture 3"/>
          <p:cNvPicPr>
            <a:picLocks noChangeAspect="1" noChangeArrowheads="1"/>
          </p:cNvPicPr>
          <p:nvPr/>
        </p:nvPicPr>
        <p:blipFill>
          <a:blip r:embed="rId3"/>
          <a:srcRect/>
          <a:stretch>
            <a:fillRect/>
          </a:stretch>
        </p:blipFill>
        <p:spPr bwMode="auto">
          <a:xfrm>
            <a:off x="533400" y="1771650"/>
            <a:ext cx="7953375" cy="5086350"/>
          </a:xfrm>
          <a:prstGeom prst="rect">
            <a:avLst/>
          </a:prstGeom>
          <a:noFill/>
          <a:ln w="9525">
            <a:noFill/>
            <a:miter lim="800000"/>
            <a:headEnd/>
            <a:tailEnd/>
          </a:ln>
          <a:effectLst/>
        </p:spPr>
      </p:pic>
    </p:spTree>
  </p:cSld>
  <p:clrMapOvr>
    <a:masterClrMapping/>
  </p:clrMapOvr>
  <p:transition>
    <p:split dir="in"/>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5</a:t>
            </a:r>
            <a:r>
              <a:rPr lang="zh-CN" altLang="en-US" dirty="0" smtClean="0"/>
              <a:t>、</a:t>
            </a:r>
            <a:r>
              <a:rPr lang="en-US" altLang="zh-CN" dirty="0" err="1" smtClean="0"/>
              <a:t>GeoDatabase</a:t>
            </a:r>
            <a:r>
              <a:rPr lang="zh-CN" altLang="en-US" dirty="0" smtClean="0"/>
              <a:t>模型</a:t>
            </a:r>
            <a:endParaRPr lang="zh-CN" altLang="en-US" dirty="0"/>
          </a:p>
        </p:txBody>
      </p:sp>
      <p:sp>
        <p:nvSpPr>
          <p:cNvPr id="6" name="内容占位符 5"/>
          <p:cNvSpPr>
            <a:spLocks noGrp="1"/>
          </p:cNvSpPr>
          <p:nvPr>
            <p:ph idx="1"/>
          </p:nvPr>
        </p:nvSpPr>
        <p:spPr/>
        <p:txBody>
          <a:bodyPr/>
          <a:lstStyle/>
          <a:p>
            <a:r>
              <a:rPr lang="en-US" altLang="zh-CN" dirty="0" smtClean="0">
                <a:solidFill>
                  <a:schemeClr val="tx1"/>
                </a:solidFill>
                <a:ea typeface="黑体" pitchFamily="2" charset="-122"/>
              </a:rPr>
              <a:t>Table</a:t>
            </a:r>
            <a:r>
              <a:rPr lang="zh-CN" altLang="en-US" dirty="0" smtClean="0">
                <a:solidFill>
                  <a:schemeClr val="tx1"/>
                </a:solidFill>
                <a:ea typeface="黑体" pitchFamily="2" charset="-122"/>
              </a:rPr>
              <a:t>对象</a:t>
            </a:r>
            <a:endParaRPr lang="en-US" altLang="zh-CN" dirty="0" smtClean="0">
              <a:solidFill>
                <a:schemeClr val="tx1"/>
              </a:solidFill>
              <a:ea typeface="黑体" pitchFamily="2" charset="-122"/>
            </a:endParaRPr>
          </a:p>
          <a:p>
            <a:pPr lvl="1"/>
            <a:r>
              <a:rPr lang="zh-CN" altLang="en-US" dirty="0" smtClean="0">
                <a:solidFill>
                  <a:schemeClr val="tx1"/>
                </a:solidFill>
                <a:latin typeface="+mj-lt"/>
                <a:ea typeface="黑体" pitchFamily="2" charset="-122"/>
              </a:rPr>
              <a:t>代表了</a:t>
            </a:r>
            <a:r>
              <a:rPr lang="en-US" altLang="zh-CN" dirty="0" err="1" smtClean="0">
                <a:solidFill>
                  <a:schemeClr val="tx1"/>
                </a:solidFill>
                <a:latin typeface="+mj-lt"/>
                <a:ea typeface="黑体" pitchFamily="2" charset="-122"/>
              </a:rPr>
              <a:t>GeoDatabase</a:t>
            </a:r>
            <a:r>
              <a:rPr lang="zh-CN" altLang="en-US" dirty="0" smtClean="0">
                <a:solidFill>
                  <a:schemeClr val="tx1"/>
                </a:solidFill>
                <a:latin typeface="+mj-lt"/>
                <a:ea typeface="黑体" pitchFamily="2" charset="-122"/>
              </a:rPr>
              <a:t>中的二维表或视图</a:t>
            </a:r>
            <a:endParaRPr lang="en-US" altLang="zh-CN" dirty="0" smtClean="0">
              <a:solidFill>
                <a:schemeClr val="tx1"/>
              </a:solidFill>
              <a:latin typeface="+mj-lt"/>
              <a:ea typeface="黑体" pitchFamily="2" charset="-122"/>
            </a:endParaRPr>
          </a:p>
          <a:p>
            <a:pPr lvl="1"/>
            <a:r>
              <a:rPr lang="zh-CN" altLang="en-US" dirty="0" smtClean="0">
                <a:solidFill>
                  <a:schemeClr val="tx1"/>
                </a:solidFill>
                <a:latin typeface="+mj-lt"/>
                <a:ea typeface="黑体" pitchFamily="2" charset="-122"/>
              </a:rPr>
              <a:t>存储</a:t>
            </a:r>
            <a:r>
              <a:rPr lang="en-US" altLang="zh-CN" dirty="0" smtClean="0">
                <a:solidFill>
                  <a:schemeClr val="tx1"/>
                </a:solidFill>
                <a:latin typeface="+mj-lt"/>
                <a:ea typeface="黑体" pitchFamily="2" charset="-122"/>
              </a:rPr>
              <a:t>Row</a:t>
            </a:r>
            <a:r>
              <a:rPr lang="zh-CN" altLang="en-US" dirty="0" smtClean="0">
                <a:solidFill>
                  <a:schemeClr val="tx1"/>
                </a:solidFill>
                <a:latin typeface="+mj-lt"/>
                <a:ea typeface="黑体" pitchFamily="2" charset="-122"/>
              </a:rPr>
              <a:t>对象</a:t>
            </a:r>
            <a:endParaRPr lang="en-US" altLang="zh-CN" dirty="0" smtClean="0">
              <a:solidFill>
                <a:schemeClr val="tx1"/>
              </a:solidFill>
              <a:latin typeface="+mj-lt"/>
              <a:ea typeface="黑体" pitchFamily="2" charset="-122"/>
            </a:endParaRPr>
          </a:p>
          <a:p>
            <a:endParaRPr lang="en-US" altLang="zh-CN" sz="2000" dirty="0" smtClean="0">
              <a:latin typeface="+mj-lt"/>
              <a:ea typeface="黑体" pitchFamily="2" charset="-122"/>
            </a:endParaRPr>
          </a:p>
          <a:p>
            <a:pPr lvl="2"/>
            <a:endParaRPr lang="en-US" altLang="zh-CN" sz="2800" dirty="0" smtClean="0">
              <a:latin typeface="+mj-lt"/>
              <a:ea typeface="黑体" pitchFamily="2" charset="-122"/>
            </a:endParaRPr>
          </a:p>
          <a:p>
            <a:pPr lvl="1">
              <a:buNone/>
            </a:pPr>
            <a:endParaRPr lang="en-US" altLang="zh-CN" sz="2800" dirty="0" smtClean="0">
              <a:solidFill>
                <a:schemeClr val="tx1"/>
              </a:solidFill>
              <a:latin typeface="+mj-lt"/>
              <a:ea typeface="黑体" pitchFamily="2" charset="-122"/>
            </a:endParaRPr>
          </a:p>
          <a:p>
            <a:pPr lvl="1">
              <a:buNone/>
            </a:pPr>
            <a:endParaRPr lang="en-US" altLang="zh-CN" sz="2800" dirty="0" smtClean="0">
              <a:solidFill>
                <a:schemeClr val="tx1"/>
              </a:solidFill>
              <a:latin typeface="+mj-lt"/>
              <a:ea typeface="黑体" pitchFamily="2" charset="-122"/>
            </a:endParaRPr>
          </a:p>
          <a:p>
            <a:endParaRPr lang="en-US" altLang="zh-CN" dirty="0" smtClean="0">
              <a:solidFill>
                <a:schemeClr val="tx1"/>
              </a:solidFill>
              <a:latin typeface="+mj-lt"/>
              <a:ea typeface="黑体" pitchFamily="2" charset="-122"/>
            </a:endParaRPr>
          </a:p>
          <a:p>
            <a:pPr lvl="1"/>
            <a:endParaRPr lang="en-US" altLang="zh-CN" dirty="0" smtClean="0">
              <a:solidFill>
                <a:schemeClr val="tx1"/>
              </a:solidFill>
              <a:ea typeface="黑体" pitchFamily="2" charset="-122"/>
            </a:endParaRPr>
          </a:p>
        </p:txBody>
      </p:sp>
      <p:sp>
        <p:nvSpPr>
          <p:cNvPr id="7" name="Line 95"/>
          <p:cNvSpPr>
            <a:spLocks noChangeShapeType="1"/>
          </p:cNvSpPr>
          <p:nvPr/>
        </p:nvSpPr>
        <p:spPr bwMode="auto">
          <a:xfrm>
            <a:off x="457200" y="1219200"/>
            <a:ext cx="7524000" cy="0"/>
          </a:xfrm>
          <a:prstGeom prst="line">
            <a:avLst/>
          </a:prstGeom>
          <a:noFill/>
          <a:ln w="88900" cmpd="thinThick">
            <a:solidFill>
              <a:srgbClr val="9294C0"/>
            </a:solidFill>
            <a:round/>
            <a:headEnd/>
            <a:tailEnd/>
          </a:ln>
          <a:effectLst/>
        </p:spPr>
        <p:txBody>
          <a:bodyPr wrap="none" anchor="ctr"/>
          <a:lstStyle/>
          <a:p>
            <a:endParaRPr lang="zh-CN" altLang="en-US"/>
          </a:p>
        </p:txBody>
      </p:sp>
      <p:sp>
        <p:nvSpPr>
          <p:cNvPr id="9" name="圆角右箭头 8"/>
          <p:cNvSpPr/>
          <p:nvPr/>
        </p:nvSpPr>
        <p:spPr bwMode="auto">
          <a:xfrm>
            <a:off x="3124200" y="5257800"/>
            <a:ext cx="990600" cy="381000"/>
          </a:xfrm>
          <a:prstGeom prst="bentArrow">
            <a:avLst/>
          </a:prstGeom>
          <a:solidFill>
            <a:schemeClr val="accent1"/>
          </a:solidFill>
          <a:ln w="9525" cap="flat" cmpd="sng" algn="ctr">
            <a:noFill/>
            <a:prstDash val="solid"/>
            <a:round/>
            <a:headEnd type="none" w="med" len="med"/>
            <a:tailEnd type="none" w="med" len="med"/>
          </a:ln>
          <a:effectLst/>
          <a:scene3d>
            <a:camera prst="orthographicFront">
              <a:rot lat="5400000" lon="0" rev="0"/>
            </a:camera>
            <a:lightRig rig="threePt" dir="t"/>
          </a:scene3d>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smtClean="0">
              <a:ln>
                <a:noFill/>
              </a:ln>
              <a:solidFill>
                <a:schemeClr val="tx1"/>
              </a:solidFill>
              <a:effectLst/>
              <a:latin typeface="Arial" pitchFamily="34" charset="0"/>
            </a:endParaRPr>
          </a:p>
        </p:txBody>
      </p:sp>
      <p:sp>
        <p:nvSpPr>
          <p:cNvPr id="13" name="灯片编号占位符 12"/>
          <p:cNvSpPr>
            <a:spLocks noGrp="1"/>
          </p:cNvSpPr>
          <p:nvPr>
            <p:ph type="sldNum" sz="quarter" idx="12"/>
          </p:nvPr>
        </p:nvSpPr>
        <p:spPr/>
        <p:txBody>
          <a:bodyPr/>
          <a:lstStyle/>
          <a:p>
            <a:fld id="{AE60A1FF-8927-450B-A360-23049E3230E2}" type="slidenum">
              <a:rPr lang="zh-CN" altLang="en-US" smtClean="0"/>
              <a:pPr/>
              <a:t>30</a:t>
            </a:fld>
            <a:endParaRPr lang="en-US" altLang="zh-CN"/>
          </a:p>
        </p:txBody>
      </p:sp>
      <p:pic>
        <p:nvPicPr>
          <p:cNvPr id="10" name="内容占位符 6" descr="师大图标.png"/>
          <p:cNvPicPr>
            <a:picLocks noChangeAspect="1"/>
          </p:cNvPicPr>
          <p:nvPr/>
        </p:nvPicPr>
        <p:blipFill>
          <a:blip r:embed="rId2"/>
          <a:stretch>
            <a:fillRect/>
          </a:stretch>
        </p:blipFill>
        <p:spPr bwMode="auto">
          <a:xfrm>
            <a:off x="838200" y="343000"/>
            <a:ext cx="800000" cy="800000"/>
          </a:xfrm>
          <a:prstGeom prst="rect">
            <a:avLst/>
          </a:prstGeom>
          <a:noFill/>
          <a:ln w="9525">
            <a:noFill/>
            <a:miter lim="800000"/>
            <a:headEnd/>
            <a:tailEnd/>
          </a:ln>
          <a:effectLst/>
        </p:spPr>
      </p:pic>
      <p:pic>
        <p:nvPicPr>
          <p:cNvPr id="9218" name="Picture 2"/>
          <p:cNvPicPr>
            <a:picLocks noChangeAspect="1" noChangeArrowheads="1"/>
          </p:cNvPicPr>
          <p:nvPr/>
        </p:nvPicPr>
        <p:blipFill>
          <a:blip r:embed="rId3"/>
          <a:srcRect/>
          <a:stretch>
            <a:fillRect/>
          </a:stretch>
        </p:blipFill>
        <p:spPr bwMode="auto">
          <a:xfrm>
            <a:off x="2667000" y="2667000"/>
            <a:ext cx="4953000" cy="3472962"/>
          </a:xfrm>
          <a:prstGeom prst="rect">
            <a:avLst/>
          </a:prstGeom>
          <a:noFill/>
          <a:ln w="9525">
            <a:noFill/>
            <a:miter lim="800000"/>
            <a:headEnd/>
            <a:tailEnd/>
          </a:ln>
          <a:effectLst/>
        </p:spPr>
      </p:pic>
    </p:spTree>
  </p:cSld>
  <p:clrMapOvr>
    <a:masterClrMapping/>
  </p:clrMapOvr>
  <p:transition>
    <p:split dir="in"/>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5</a:t>
            </a:r>
            <a:r>
              <a:rPr lang="zh-CN" altLang="en-US" dirty="0" smtClean="0"/>
              <a:t>、</a:t>
            </a:r>
            <a:r>
              <a:rPr lang="en-US" altLang="zh-CN" dirty="0" err="1" smtClean="0"/>
              <a:t>GeoDatabase</a:t>
            </a:r>
            <a:r>
              <a:rPr lang="zh-CN" altLang="en-US" dirty="0" smtClean="0"/>
              <a:t>模型</a:t>
            </a:r>
            <a:endParaRPr lang="zh-CN" altLang="en-US" dirty="0"/>
          </a:p>
        </p:txBody>
      </p:sp>
      <p:sp>
        <p:nvSpPr>
          <p:cNvPr id="6" name="内容占位符 5"/>
          <p:cNvSpPr>
            <a:spLocks noGrp="1"/>
          </p:cNvSpPr>
          <p:nvPr>
            <p:ph idx="1"/>
          </p:nvPr>
        </p:nvSpPr>
        <p:spPr/>
        <p:txBody>
          <a:bodyPr/>
          <a:lstStyle/>
          <a:p>
            <a:r>
              <a:rPr lang="en-US" altLang="zh-CN" dirty="0" err="1" smtClean="0">
                <a:solidFill>
                  <a:schemeClr val="tx1"/>
                </a:solidFill>
                <a:ea typeface="黑体" pitchFamily="2" charset="-122"/>
              </a:rPr>
              <a:t>IClass</a:t>
            </a:r>
            <a:r>
              <a:rPr lang="zh-CN" altLang="en-US" dirty="0" smtClean="0">
                <a:solidFill>
                  <a:schemeClr val="tx1"/>
                </a:solidFill>
                <a:ea typeface="黑体" pitchFamily="2" charset="-122"/>
              </a:rPr>
              <a:t>接口</a:t>
            </a:r>
            <a:endParaRPr lang="en-US" altLang="zh-CN" sz="2000" dirty="0" smtClean="0">
              <a:latin typeface="+mj-lt"/>
              <a:ea typeface="黑体" pitchFamily="2" charset="-122"/>
            </a:endParaRPr>
          </a:p>
          <a:p>
            <a:pPr lvl="2"/>
            <a:endParaRPr lang="en-US" altLang="zh-CN" sz="2800" dirty="0" smtClean="0">
              <a:latin typeface="+mj-lt"/>
              <a:ea typeface="黑体" pitchFamily="2" charset="-122"/>
            </a:endParaRPr>
          </a:p>
          <a:p>
            <a:pPr lvl="1">
              <a:buNone/>
            </a:pPr>
            <a:endParaRPr lang="en-US" altLang="zh-CN" sz="2800" dirty="0" smtClean="0">
              <a:solidFill>
                <a:schemeClr val="tx1"/>
              </a:solidFill>
              <a:latin typeface="+mj-lt"/>
              <a:ea typeface="黑体" pitchFamily="2" charset="-122"/>
            </a:endParaRPr>
          </a:p>
          <a:p>
            <a:pPr lvl="1">
              <a:buNone/>
            </a:pPr>
            <a:endParaRPr lang="en-US" altLang="zh-CN" sz="2800" dirty="0" smtClean="0">
              <a:solidFill>
                <a:schemeClr val="tx1"/>
              </a:solidFill>
              <a:latin typeface="+mj-lt"/>
              <a:ea typeface="黑体" pitchFamily="2" charset="-122"/>
            </a:endParaRPr>
          </a:p>
          <a:p>
            <a:endParaRPr lang="en-US" altLang="zh-CN" dirty="0" smtClean="0">
              <a:solidFill>
                <a:schemeClr val="tx1"/>
              </a:solidFill>
              <a:latin typeface="+mj-lt"/>
              <a:ea typeface="黑体" pitchFamily="2" charset="-122"/>
            </a:endParaRPr>
          </a:p>
          <a:p>
            <a:pPr lvl="1"/>
            <a:endParaRPr lang="en-US" altLang="zh-CN" dirty="0" smtClean="0">
              <a:solidFill>
                <a:schemeClr val="tx1"/>
              </a:solidFill>
              <a:ea typeface="黑体" pitchFamily="2" charset="-122"/>
            </a:endParaRPr>
          </a:p>
        </p:txBody>
      </p:sp>
      <p:sp>
        <p:nvSpPr>
          <p:cNvPr id="7" name="Line 95"/>
          <p:cNvSpPr>
            <a:spLocks noChangeShapeType="1"/>
          </p:cNvSpPr>
          <p:nvPr/>
        </p:nvSpPr>
        <p:spPr bwMode="auto">
          <a:xfrm>
            <a:off x="457200" y="1219200"/>
            <a:ext cx="7524000" cy="0"/>
          </a:xfrm>
          <a:prstGeom prst="line">
            <a:avLst/>
          </a:prstGeom>
          <a:noFill/>
          <a:ln w="88900" cmpd="thinThick">
            <a:solidFill>
              <a:srgbClr val="9294C0"/>
            </a:solidFill>
            <a:round/>
            <a:headEnd/>
            <a:tailEnd/>
          </a:ln>
          <a:effectLst/>
        </p:spPr>
        <p:txBody>
          <a:bodyPr wrap="none" anchor="ctr"/>
          <a:lstStyle/>
          <a:p>
            <a:endParaRPr lang="zh-CN" altLang="en-US"/>
          </a:p>
        </p:txBody>
      </p:sp>
      <p:sp>
        <p:nvSpPr>
          <p:cNvPr id="9" name="圆角右箭头 8"/>
          <p:cNvSpPr/>
          <p:nvPr/>
        </p:nvSpPr>
        <p:spPr bwMode="auto">
          <a:xfrm>
            <a:off x="3124200" y="5257800"/>
            <a:ext cx="990600" cy="381000"/>
          </a:xfrm>
          <a:prstGeom prst="bentArrow">
            <a:avLst/>
          </a:prstGeom>
          <a:solidFill>
            <a:schemeClr val="accent1"/>
          </a:solidFill>
          <a:ln w="9525" cap="flat" cmpd="sng" algn="ctr">
            <a:noFill/>
            <a:prstDash val="solid"/>
            <a:round/>
            <a:headEnd type="none" w="med" len="med"/>
            <a:tailEnd type="none" w="med" len="med"/>
          </a:ln>
          <a:effectLst/>
          <a:scene3d>
            <a:camera prst="orthographicFront">
              <a:rot lat="5400000" lon="0" rev="0"/>
            </a:camera>
            <a:lightRig rig="threePt" dir="t"/>
          </a:scene3d>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smtClean="0">
              <a:ln>
                <a:noFill/>
              </a:ln>
              <a:solidFill>
                <a:schemeClr val="tx1"/>
              </a:solidFill>
              <a:effectLst/>
              <a:latin typeface="Arial" pitchFamily="34" charset="0"/>
            </a:endParaRPr>
          </a:p>
        </p:txBody>
      </p:sp>
      <p:sp>
        <p:nvSpPr>
          <p:cNvPr id="13" name="灯片编号占位符 12"/>
          <p:cNvSpPr>
            <a:spLocks noGrp="1"/>
          </p:cNvSpPr>
          <p:nvPr>
            <p:ph type="sldNum" sz="quarter" idx="12"/>
          </p:nvPr>
        </p:nvSpPr>
        <p:spPr/>
        <p:txBody>
          <a:bodyPr/>
          <a:lstStyle/>
          <a:p>
            <a:fld id="{AE60A1FF-8927-450B-A360-23049E3230E2}" type="slidenum">
              <a:rPr lang="zh-CN" altLang="en-US" smtClean="0"/>
              <a:pPr/>
              <a:t>31</a:t>
            </a:fld>
            <a:endParaRPr lang="en-US" altLang="zh-CN"/>
          </a:p>
        </p:txBody>
      </p:sp>
      <p:pic>
        <p:nvPicPr>
          <p:cNvPr id="10" name="内容占位符 6" descr="师大图标.png"/>
          <p:cNvPicPr>
            <a:picLocks noChangeAspect="1"/>
          </p:cNvPicPr>
          <p:nvPr/>
        </p:nvPicPr>
        <p:blipFill>
          <a:blip r:embed="rId2"/>
          <a:stretch>
            <a:fillRect/>
          </a:stretch>
        </p:blipFill>
        <p:spPr bwMode="auto">
          <a:xfrm>
            <a:off x="838200" y="343000"/>
            <a:ext cx="800000" cy="800000"/>
          </a:xfrm>
          <a:prstGeom prst="rect">
            <a:avLst/>
          </a:prstGeom>
          <a:noFill/>
          <a:ln w="9525">
            <a:noFill/>
            <a:miter lim="800000"/>
            <a:headEnd/>
            <a:tailEnd/>
          </a:ln>
          <a:effectLst/>
        </p:spPr>
      </p:pic>
      <p:grpSp>
        <p:nvGrpSpPr>
          <p:cNvPr id="16" name="组合 15"/>
          <p:cNvGrpSpPr/>
          <p:nvPr/>
        </p:nvGrpSpPr>
        <p:grpSpPr>
          <a:xfrm>
            <a:off x="2667000" y="1600200"/>
            <a:ext cx="5162550" cy="4914900"/>
            <a:chOff x="3657600" y="1524000"/>
            <a:chExt cx="5162550" cy="4914900"/>
          </a:xfrm>
        </p:grpSpPr>
        <p:pic>
          <p:nvPicPr>
            <p:cNvPr id="10242" name="Picture 2"/>
            <p:cNvPicPr>
              <a:picLocks noChangeAspect="1" noChangeArrowheads="1"/>
            </p:cNvPicPr>
            <p:nvPr/>
          </p:nvPicPr>
          <p:blipFill>
            <a:blip r:embed="rId3"/>
            <a:srcRect/>
            <a:stretch>
              <a:fillRect/>
            </a:stretch>
          </p:blipFill>
          <p:spPr bwMode="auto">
            <a:xfrm>
              <a:off x="3733800" y="1524000"/>
              <a:ext cx="5086350" cy="4914900"/>
            </a:xfrm>
            <a:prstGeom prst="rect">
              <a:avLst/>
            </a:prstGeom>
            <a:noFill/>
            <a:ln w="9525">
              <a:noFill/>
              <a:miter lim="800000"/>
              <a:headEnd/>
              <a:tailEnd/>
            </a:ln>
            <a:effectLst/>
          </p:spPr>
        </p:pic>
        <p:sp>
          <p:nvSpPr>
            <p:cNvPr id="11" name="圆角矩形 10"/>
            <p:cNvSpPr/>
            <p:nvPr/>
          </p:nvSpPr>
          <p:spPr bwMode="auto">
            <a:xfrm>
              <a:off x="3657600" y="3657600"/>
              <a:ext cx="4876800" cy="304800"/>
            </a:xfrm>
            <a:prstGeom prst="roundRect">
              <a:avLst/>
            </a:prstGeom>
            <a:solidFill>
              <a:srgbClr val="FF0000">
                <a:alpha val="34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smtClean="0">
                <a:ln>
                  <a:noFill/>
                </a:ln>
                <a:solidFill>
                  <a:schemeClr val="tx1"/>
                </a:solidFill>
                <a:effectLst/>
                <a:latin typeface="Arial" pitchFamily="34" charset="0"/>
              </a:endParaRPr>
            </a:p>
          </p:txBody>
        </p:sp>
        <p:sp>
          <p:nvSpPr>
            <p:cNvPr id="12" name="圆角矩形 11"/>
            <p:cNvSpPr/>
            <p:nvPr/>
          </p:nvSpPr>
          <p:spPr bwMode="auto">
            <a:xfrm>
              <a:off x="3657600" y="4876800"/>
              <a:ext cx="4876800" cy="1371600"/>
            </a:xfrm>
            <a:prstGeom prst="roundRect">
              <a:avLst/>
            </a:prstGeom>
            <a:solidFill>
              <a:srgbClr val="FF0000">
                <a:alpha val="34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smtClean="0">
                <a:ln>
                  <a:noFill/>
                </a:ln>
                <a:solidFill>
                  <a:schemeClr val="tx1"/>
                </a:solidFill>
                <a:effectLst/>
                <a:latin typeface="Arial" pitchFamily="34" charset="0"/>
              </a:endParaRPr>
            </a:p>
          </p:txBody>
        </p:sp>
      </p:grpSp>
    </p:spTree>
  </p:cSld>
  <p:clrMapOvr>
    <a:masterClrMapping/>
  </p:clrMapOvr>
  <p:transition>
    <p:split dir="in"/>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5</a:t>
            </a:r>
            <a:r>
              <a:rPr lang="zh-CN" altLang="en-US" dirty="0" smtClean="0"/>
              <a:t>、</a:t>
            </a:r>
            <a:r>
              <a:rPr lang="en-US" altLang="zh-CN" dirty="0" err="1" smtClean="0"/>
              <a:t>GeoDatabase</a:t>
            </a:r>
            <a:r>
              <a:rPr lang="zh-CN" altLang="en-US" dirty="0" smtClean="0"/>
              <a:t>模型</a:t>
            </a:r>
            <a:endParaRPr lang="zh-CN" altLang="en-US" dirty="0"/>
          </a:p>
        </p:txBody>
      </p:sp>
      <p:sp>
        <p:nvSpPr>
          <p:cNvPr id="6" name="内容占位符 5"/>
          <p:cNvSpPr>
            <a:spLocks noGrp="1"/>
          </p:cNvSpPr>
          <p:nvPr>
            <p:ph idx="1"/>
          </p:nvPr>
        </p:nvSpPr>
        <p:spPr/>
        <p:txBody>
          <a:bodyPr/>
          <a:lstStyle/>
          <a:p>
            <a:r>
              <a:rPr lang="en-US" altLang="zh-CN" dirty="0" err="1" smtClean="0">
                <a:solidFill>
                  <a:schemeClr val="tx1"/>
                </a:solidFill>
                <a:ea typeface="黑体" pitchFamily="2" charset="-122"/>
              </a:rPr>
              <a:t>ITable</a:t>
            </a:r>
            <a:endParaRPr lang="en-US" altLang="zh-CN" sz="2000" dirty="0" smtClean="0">
              <a:latin typeface="+mj-lt"/>
              <a:ea typeface="黑体" pitchFamily="2" charset="-122"/>
            </a:endParaRPr>
          </a:p>
          <a:p>
            <a:pPr lvl="2"/>
            <a:endParaRPr lang="en-US" altLang="zh-CN" sz="2800" dirty="0" smtClean="0">
              <a:latin typeface="+mj-lt"/>
              <a:ea typeface="黑体" pitchFamily="2" charset="-122"/>
            </a:endParaRPr>
          </a:p>
          <a:p>
            <a:pPr lvl="1">
              <a:buNone/>
            </a:pPr>
            <a:endParaRPr lang="en-US" altLang="zh-CN" sz="2800" dirty="0" smtClean="0">
              <a:solidFill>
                <a:schemeClr val="tx1"/>
              </a:solidFill>
              <a:latin typeface="+mj-lt"/>
              <a:ea typeface="黑体" pitchFamily="2" charset="-122"/>
            </a:endParaRPr>
          </a:p>
          <a:p>
            <a:pPr lvl="1">
              <a:buNone/>
            </a:pPr>
            <a:endParaRPr lang="en-US" altLang="zh-CN" sz="2800" dirty="0" smtClean="0">
              <a:solidFill>
                <a:schemeClr val="tx1"/>
              </a:solidFill>
              <a:latin typeface="+mj-lt"/>
              <a:ea typeface="黑体" pitchFamily="2" charset="-122"/>
            </a:endParaRPr>
          </a:p>
          <a:p>
            <a:endParaRPr lang="en-US" altLang="zh-CN" dirty="0" smtClean="0">
              <a:solidFill>
                <a:schemeClr val="tx1"/>
              </a:solidFill>
              <a:latin typeface="+mj-lt"/>
              <a:ea typeface="黑体" pitchFamily="2" charset="-122"/>
            </a:endParaRPr>
          </a:p>
          <a:p>
            <a:pPr lvl="1"/>
            <a:endParaRPr lang="en-US" altLang="zh-CN" dirty="0" smtClean="0">
              <a:solidFill>
                <a:schemeClr val="tx1"/>
              </a:solidFill>
              <a:ea typeface="黑体" pitchFamily="2" charset="-122"/>
            </a:endParaRPr>
          </a:p>
        </p:txBody>
      </p:sp>
      <p:sp>
        <p:nvSpPr>
          <p:cNvPr id="7" name="Line 95"/>
          <p:cNvSpPr>
            <a:spLocks noChangeShapeType="1"/>
          </p:cNvSpPr>
          <p:nvPr/>
        </p:nvSpPr>
        <p:spPr bwMode="auto">
          <a:xfrm>
            <a:off x="457200" y="1219200"/>
            <a:ext cx="7524000" cy="0"/>
          </a:xfrm>
          <a:prstGeom prst="line">
            <a:avLst/>
          </a:prstGeom>
          <a:noFill/>
          <a:ln w="88900" cmpd="thinThick">
            <a:solidFill>
              <a:srgbClr val="9294C0"/>
            </a:solidFill>
            <a:round/>
            <a:headEnd/>
            <a:tailEnd/>
          </a:ln>
          <a:effectLst/>
        </p:spPr>
        <p:txBody>
          <a:bodyPr wrap="none" anchor="ctr"/>
          <a:lstStyle/>
          <a:p>
            <a:endParaRPr lang="zh-CN" altLang="en-US"/>
          </a:p>
        </p:txBody>
      </p:sp>
      <p:sp>
        <p:nvSpPr>
          <p:cNvPr id="9" name="圆角右箭头 8"/>
          <p:cNvSpPr/>
          <p:nvPr/>
        </p:nvSpPr>
        <p:spPr bwMode="auto">
          <a:xfrm>
            <a:off x="3124200" y="5257800"/>
            <a:ext cx="990600" cy="381000"/>
          </a:xfrm>
          <a:prstGeom prst="bentArrow">
            <a:avLst/>
          </a:prstGeom>
          <a:solidFill>
            <a:schemeClr val="accent1"/>
          </a:solidFill>
          <a:ln w="9525" cap="flat" cmpd="sng" algn="ctr">
            <a:noFill/>
            <a:prstDash val="solid"/>
            <a:round/>
            <a:headEnd type="none" w="med" len="med"/>
            <a:tailEnd type="none" w="med" len="med"/>
          </a:ln>
          <a:effectLst/>
          <a:scene3d>
            <a:camera prst="orthographicFront">
              <a:rot lat="5400000" lon="0" rev="0"/>
            </a:camera>
            <a:lightRig rig="threePt" dir="t"/>
          </a:scene3d>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smtClean="0">
              <a:ln>
                <a:noFill/>
              </a:ln>
              <a:solidFill>
                <a:schemeClr val="tx1"/>
              </a:solidFill>
              <a:effectLst/>
              <a:latin typeface="Arial" pitchFamily="34" charset="0"/>
            </a:endParaRPr>
          </a:p>
        </p:txBody>
      </p:sp>
      <p:sp>
        <p:nvSpPr>
          <p:cNvPr id="13" name="灯片编号占位符 12"/>
          <p:cNvSpPr>
            <a:spLocks noGrp="1"/>
          </p:cNvSpPr>
          <p:nvPr>
            <p:ph type="sldNum" sz="quarter" idx="12"/>
          </p:nvPr>
        </p:nvSpPr>
        <p:spPr/>
        <p:txBody>
          <a:bodyPr/>
          <a:lstStyle/>
          <a:p>
            <a:fld id="{AE60A1FF-8927-450B-A360-23049E3230E2}" type="slidenum">
              <a:rPr lang="zh-CN" altLang="en-US" smtClean="0"/>
              <a:pPr/>
              <a:t>32</a:t>
            </a:fld>
            <a:endParaRPr lang="en-US" altLang="zh-CN"/>
          </a:p>
        </p:txBody>
      </p:sp>
      <p:pic>
        <p:nvPicPr>
          <p:cNvPr id="10" name="内容占位符 6" descr="师大图标.png"/>
          <p:cNvPicPr>
            <a:picLocks noChangeAspect="1"/>
          </p:cNvPicPr>
          <p:nvPr/>
        </p:nvPicPr>
        <p:blipFill>
          <a:blip r:embed="rId2"/>
          <a:stretch>
            <a:fillRect/>
          </a:stretch>
        </p:blipFill>
        <p:spPr bwMode="auto">
          <a:xfrm>
            <a:off x="838200" y="343000"/>
            <a:ext cx="800000" cy="800000"/>
          </a:xfrm>
          <a:prstGeom prst="rect">
            <a:avLst/>
          </a:prstGeom>
          <a:noFill/>
          <a:ln w="9525">
            <a:noFill/>
            <a:miter lim="800000"/>
            <a:headEnd/>
            <a:tailEnd/>
          </a:ln>
          <a:effectLst/>
        </p:spPr>
      </p:pic>
      <p:pic>
        <p:nvPicPr>
          <p:cNvPr id="11266" name="Picture 2"/>
          <p:cNvPicPr>
            <a:picLocks noChangeAspect="1" noChangeArrowheads="1"/>
          </p:cNvPicPr>
          <p:nvPr/>
        </p:nvPicPr>
        <p:blipFill>
          <a:blip r:embed="rId3"/>
          <a:srcRect/>
          <a:stretch>
            <a:fillRect/>
          </a:stretch>
        </p:blipFill>
        <p:spPr bwMode="auto">
          <a:xfrm>
            <a:off x="3962400" y="1295400"/>
            <a:ext cx="4267200" cy="5510306"/>
          </a:xfrm>
          <a:prstGeom prst="rect">
            <a:avLst/>
          </a:prstGeom>
          <a:noFill/>
          <a:ln w="9525">
            <a:noFill/>
            <a:miter lim="800000"/>
            <a:headEnd/>
            <a:tailEnd/>
          </a:ln>
          <a:effectLst/>
        </p:spPr>
      </p:pic>
    </p:spTree>
  </p:cSld>
  <p:clrMapOvr>
    <a:masterClrMapping/>
  </p:clrMapOvr>
  <p:transition>
    <p:split dir="in"/>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5</a:t>
            </a:r>
            <a:r>
              <a:rPr lang="zh-CN" altLang="en-US" dirty="0" smtClean="0"/>
              <a:t>、</a:t>
            </a:r>
            <a:r>
              <a:rPr lang="en-US" altLang="zh-CN" dirty="0" err="1" smtClean="0"/>
              <a:t>GeoDatabase</a:t>
            </a:r>
            <a:r>
              <a:rPr lang="zh-CN" altLang="en-US" dirty="0" smtClean="0"/>
              <a:t>模型</a:t>
            </a:r>
            <a:endParaRPr lang="zh-CN" altLang="en-US" dirty="0"/>
          </a:p>
        </p:txBody>
      </p:sp>
      <p:sp>
        <p:nvSpPr>
          <p:cNvPr id="6" name="内容占位符 5"/>
          <p:cNvSpPr>
            <a:spLocks noGrp="1"/>
          </p:cNvSpPr>
          <p:nvPr>
            <p:ph idx="1"/>
          </p:nvPr>
        </p:nvSpPr>
        <p:spPr/>
        <p:txBody>
          <a:bodyPr/>
          <a:lstStyle/>
          <a:p>
            <a:r>
              <a:rPr lang="en-US" altLang="zh-CN" dirty="0" err="1" smtClean="0">
                <a:solidFill>
                  <a:schemeClr val="tx1"/>
                </a:solidFill>
                <a:latin typeface="+mj-lt"/>
                <a:ea typeface="黑体" pitchFamily="2" charset="-122"/>
              </a:rPr>
              <a:t>FeatureClass</a:t>
            </a:r>
            <a:r>
              <a:rPr lang="zh-CN" altLang="en-US" dirty="0" smtClean="0">
                <a:solidFill>
                  <a:schemeClr val="tx1"/>
                </a:solidFill>
                <a:latin typeface="+mj-lt"/>
                <a:ea typeface="黑体" pitchFamily="2" charset="-122"/>
              </a:rPr>
              <a:t>对象</a:t>
            </a:r>
            <a:endParaRPr lang="en-US" altLang="zh-CN" dirty="0" smtClean="0">
              <a:solidFill>
                <a:schemeClr val="tx1"/>
              </a:solidFill>
              <a:latin typeface="+mj-lt"/>
              <a:ea typeface="黑体" pitchFamily="2" charset="-122"/>
            </a:endParaRPr>
          </a:p>
          <a:p>
            <a:pPr lvl="1"/>
            <a:r>
              <a:rPr lang="zh-CN" altLang="en-US" dirty="0" smtClean="0">
                <a:solidFill>
                  <a:schemeClr val="tx1"/>
                </a:solidFill>
                <a:latin typeface="+mj-lt"/>
                <a:ea typeface="黑体" pitchFamily="2" charset="-122"/>
              </a:rPr>
              <a:t>可以存储空间数据的对象类，是空间实体的集合</a:t>
            </a:r>
            <a:endParaRPr lang="en-US" altLang="zh-CN" dirty="0" smtClean="0">
              <a:solidFill>
                <a:schemeClr val="tx1"/>
              </a:solidFill>
              <a:latin typeface="+mj-lt"/>
              <a:ea typeface="黑体" pitchFamily="2" charset="-122"/>
            </a:endParaRPr>
          </a:p>
          <a:p>
            <a:pPr lvl="1"/>
            <a:r>
              <a:rPr lang="zh-CN" altLang="en-US" dirty="0" smtClean="0">
                <a:latin typeface="+mj-lt"/>
                <a:ea typeface="黑体" pitchFamily="2" charset="-122"/>
              </a:rPr>
              <a:t>同样的字段结构</a:t>
            </a:r>
            <a:endParaRPr lang="en-US" altLang="zh-CN" dirty="0" smtClean="0">
              <a:latin typeface="+mj-lt"/>
              <a:ea typeface="黑体" pitchFamily="2" charset="-122"/>
            </a:endParaRPr>
          </a:p>
          <a:p>
            <a:pPr lvl="1"/>
            <a:r>
              <a:rPr lang="en-US" altLang="zh-CN" dirty="0" smtClean="0">
                <a:latin typeface="+mj-lt"/>
                <a:ea typeface="黑体" pitchFamily="2" charset="-122"/>
              </a:rPr>
              <a:t>Shape</a:t>
            </a:r>
            <a:r>
              <a:rPr lang="zh-CN" altLang="en-US" dirty="0" smtClean="0">
                <a:latin typeface="+mj-lt"/>
                <a:ea typeface="黑体" pitchFamily="2" charset="-122"/>
              </a:rPr>
              <a:t>字段</a:t>
            </a:r>
            <a:endParaRPr lang="en-US" altLang="zh-CN" dirty="0" smtClean="0">
              <a:latin typeface="+mj-lt"/>
              <a:ea typeface="黑体" pitchFamily="2" charset="-122"/>
            </a:endParaRPr>
          </a:p>
        </p:txBody>
      </p:sp>
      <p:sp>
        <p:nvSpPr>
          <p:cNvPr id="7" name="Line 95"/>
          <p:cNvSpPr>
            <a:spLocks noChangeShapeType="1"/>
          </p:cNvSpPr>
          <p:nvPr/>
        </p:nvSpPr>
        <p:spPr bwMode="auto">
          <a:xfrm>
            <a:off x="457200" y="1219200"/>
            <a:ext cx="7524000" cy="0"/>
          </a:xfrm>
          <a:prstGeom prst="line">
            <a:avLst/>
          </a:prstGeom>
          <a:noFill/>
          <a:ln w="88900" cmpd="thinThick">
            <a:solidFill>
              <a:srgbClr val="9294C0"/>
            </a:solidFill>
            <a:round/>
            <a:headEnd/>
            <a:tailEnd/>
          </a:ln>
          <a:effectLst/>
        </p:spPr>
        <p:txBody>
          <a:bodyPr wrap="none" anchor="ctr"/>
          <a:lstStyle/>
          <a:p>
            <a:endParaRPr lang="zh-CN" altLang="en-US"/>
          </a:p>
        </p:txBody>
      </p:sp>
      <p:sp>
        <p:nvSpPr>
          <p:cNvPr id="9" name="圆角右箭头 8"/>
          <p:cNvSpPr/>
          <p:nvPr/>
        </p:nvSpPr>
        <p:spPr bwMode="auto">
          <a:xfrm>
            <a:off x="3124200" y="5257800"/>
            <a:ext cx="990600" cy="381000"/>
          </a:xfrm>
          <a:prstGeom prst="bentArrow">
            <a:avLst/>
          </a:prstGeom>
          <a:solidFill>
            <a:schemeClr val="accent1"/>
          </a:solidFill>
          <a:ln w="9525" cap="flat" cmpd="sng" algn="ctr">
            <a:noFill/>
            <a:prstDash val="solid"/>
            <a:round/>
            <a:headEnd type="none" w="med" len="med"/>
            <a:tailEnd type="none" w="med" len="med"/>
          </a:ln>
          <a:effectLst/>
          <a:scene3d>
            <a:camera prst="orthographicFront">
              <a:rot lat="5400000" lon="0" rev="0"/>
            </a:camera>
            <a:lightRig rig="threePt" dir="t"/>
          </a:scene3d>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smtClean="0">
              <a:ln>
                <a:noFill/>
              </a:ln>
              <a:solidFill>
                <a:schemeClr val="tx1"/>
              </a:solidFill>
              <a:effectLst/>
              <a:latin typeface="Arial" pitchFamily="34" charset="0"/>
            </a:endParaRPr>
          </a:p>
        </p:txBody>
      </p:sp>
      <p:sp>
        <p:nvSpPr>
          <p:cNvPr id="13" name="灯片编号占位符 12"/>
          <p:cNvSpPr>
            <a:spLocks noGrp="1"/>
          </p:cNvSpPr>
          <p:nvPr>
            <p:ph type="sldNum" sz="quarter" idx="12"/>
          </p:nvPr>
        </p:nvSpPr>
        <p:spPr/>
        <p:txBody>
          <a:bodyPr/>
          <a:lstStyle/>
          <a:p>
            <a:fld id="{AE60A1FF-8927-450B-A360-23049E3230E2}" type="slidenum">
              <a:rPr lang="zh-CN" altLang="en-US" smtClean="0"/>
              <a:pPr/>
              <a:t>33</a:t>
            </a:fld>
            <a:endParaRPr lang="en-US" altLang="zh-CN"/>
          </a:p>
        </p:txBody>
      </p:sp>
      <p:pic>
        <p:nvPicPr>
          <p:cNvPr id="10" name="内容占位符 6" descr="师大图标.png"/>
          <p:cNvPicPr>
            <a:picLocks noChangeAspect="1"/>
          </p:cNvPicPr>
          <p:nvPr/>
        </p:nvPicPr>
        <p:blipFill>
          <a:blip r:embed="rId2"/>
          <a:stretch>
            <a:fillRect/>
          </a:stretch>
        </p:blipFill>
        <p:spPr bwMode="auto">
          <a:xfrm>
            <a:off x="838200" y="343000"/>
            <a:ext cx="800000" cy="800000"/>
          </a:xfrm>
          <a:prstGeom prst="rect">
            <a:avLst/>
          </a:prstGeom>
          <a:noFill/>
          <a:ln w="9525">
            <a:noFill/>
            <a:miter lim="800000"/>
            <a:headEnd/>
            <a:tailEnd/>
          </a:ln>
          <a:effectLst/>
        </p:spPr>
      </p:pic>
      <p:pic>
        <p:nvPicPr>
          <p:cNvPr id="12290" name="Picture 2"/>
          <p:cNvPicPr>
            <a:picLocks noChangeAspect="1" noChangeArrowheads="1"/>
          </p:cNvPicPr>
          <p:nvPr/>
        </p:nvPicPr>
        <p:blipFill>
          <a:blip r:embed="rId3"/>
          <a:srcRect/>
          <a:stretch>
            <a:fillRect/>
          </a:stretch>
        </p:blipFill>
        <p:spPr bwMode="auto">
          <a:xfrm>
            <a:off x="6419850" y="2229300"/>
            <a:ext cx="2647950" cy="4628700"/>
          </a:xfrm>
          <a:prstGeom prst="rect">
            <a:avLst/>
          </a:prstGeom>
          <a:noFill/>
          <a:ln w="9525">
            <a:noFill/>
            <a:miter lim="800000"/>
            <a:headEnd/>
            <a:tailEnd/>
          </a:ln>
          <a:effectLst/>
        </p:spPr>
      </p:pic>
    </p:spTree>
  </p:cSld>
  <p:clrMapOvr>
    <a:masterClrMapping/>
  </p:clrMapOvr>
  <p:transition>
    <p:split dir="in"/>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5</a:t>
            </a:r>
            <a:r>
              <a:rPr lang="zh-CN" altLang="en-US" dirty="0" smtClean="0"/>
              <a:t>、</a:t>
            </a:r>
            <a:r>
              <a:rPr lang="en-US" altLang="zh-CN" dirty="0" err="1" smtClean="0"/>
              <a:t>GeoDatabase</a:t>
            </a:r>
            <a:r>
              <a:rPr lang="zh-CN" altLang="en-US" dirty="0" smtClean="0"/>
              <a:t>模型</a:t>
            </a:r>
            <a:endParaRPr lang="zh-CN" altLang="en-US" dirty="0"/>
          </a:p>
        </p:txBody>
      </p:sp>
      <p:sp>
        <p:nvSpPr>
          <p:cNvPr id="6" name="内容占位符 5"/>
          <p:cNvSpPr>
            <a:spLocks noGrp="1"/>
          </p:cNvSpPr>
          <p:nvPr>
            <p:ph idx="1"/>
          </p:nvPr>
        </p:nvSpPr>
        <p:spPr/>
        <p:txBody>
          <a:bodyPr/>
          <a:lstStyle/>
          <a:p>
            <a:r>
              <a:rPr lang="en-US" altLang="zh-CN" dirty="0" err="1" smtClean="0">
                <a:solidFill>
                  <a:schemeClr val="tx1"/>
                </a:solidFill>
                <a:ea typeface="黑体" pitchFamily="2" charset="-122"/>
              </a:rPr>
              <a:t>IFeatureClass</a:t>
            </a:r>
            <a:endParaRPr lang="en-US" altLang="zh-CN" sz="2000" dirty="0" smtClean="0">
              <a:solidFill>
                <a:schemeClr val="tx1"/>
              </a:solidFill>
              <a:latin typeface="+mj-lt"/>
              <a:ea typeface="黑体" pitchFamily="2" charset="-122"/>
            </a:endParaRPr>
          </a:p>
          <a:p>
            <a:pPr lvl="1"/>
            <a:r>
              <a:rPr lang="en-US" altLang="zh-CN" sz="2400" dirty="0" err="1" smtClean="0">
                <a:latin typeface="+mj-lt"/>
                <a:ea typeface="黑体" pitchFamily="2" charset="-122"/>
              </a:rPr>
              <a:t>FeatureClassID</a:t>
            </a:r>
            <a:endParaRPr lang="en-US" altLang="zh-CN" sz="2400" dirty="0" smtClean="0">
              <a:latin typeface="+mj-lt"/>
              <a:ea typeface="黑体" pitchFamily="2" charset="-122"/>
            </a:endParaRPr>
          </a:p>
          <a:p>
            <a:pPr lvl="1"/>
            <a:r>
              <a:rPr lang="en-US" altLang="zh-CN" dirty="0" err="1" smtClean="0">
                <a:solidFill>
                  <a:schemeClr val="tx1"/>
                </a:solidFill>
                <a:latin typeface="+mj-lt"/>
                <a:ea typeface="黑体" pitchFamily="2" charset="-122"/>
              </a:rPr>
              <a:t>FeatureType</a:t>
            </a:r>
            <a:endParaRPr lang="en-US" altLang="zh-CN" dirty="0" smtClean="0">
              <a:solidFill>
                <a:schemeClr val="tx1"/>
              </a:solidFill>
              <a:latin typeface="+mj-lt"/>
              <a:ea typeface="黑体" pitchFamily="2" charset="-122"/>
            </a:endParaRPr>
          </a:p>
          <a:p>
            <a:pPr lvl="1"/>
            <a:r>
              <a:rPr lang="en-US" altLang="zh-CN" sz="2400" dirty="0" err="1" smtClean="0">
                <a:latin typeface="+mj-lt"/>
                <a:ea typeface="黑体" pitchFamily="2" charset="-122"/>
              </a:rPr>
              <a:t>ShapeType</a:t>
            </a:r>
            <a:endParaRPr lang="en-US" altLang="zh-CN" sz="2400" dirty="0" smtClean="0">
              <a:solidFill>
                <a:schemeClr val="tx1"/>
              </a:solidFill>
              <a:latin typeface="+mj-lt"/>
              <a:ea typeface="黑体" pitchFamily="2" charset="-122"/>
            </a:endParaRPr>
          </a:p>
          <a:p>
            <a:pPr lvl="1">
              <a:buNone/>
            </a:pPr>
            <a:endParaRPr lang="en-US" altLang="zh-CN" sz="2800" dirty="0" smtClean="0">
              <a:solidFill>
                <a:schemeClr val="tx1"/>
              </a:solidFill>
              <a:latin typeface="+mj-lt"/>
              <a:ea typeface="黑体" pitchFamily="2" charset="-122"/>
            </a:endParaRPr>
          </a:p>
          <a:p>
            <a:endParaRPr lang="en-US" altLang="zh-CN" dirty="0" smtClean="0">
              <a:solidFill>
                <a:schemeClr val="tx1"/>
              </a:solidFill>
              <a:latin typeface="+mj-lt"/>
              <a:ea typeface="黑体" pitchFamily="2" charset="-122"/>
            </a:endParaRPr>
          </a:p>
          <a:p>
            <a:pPr lvl="1"/>
            <a:endParaRPr lang="en-US" altLang="zh-CN" dirty="0" smtClean="0">
              <a:solidFill>
                <a:schemeClr val="tx1"/>
              </a:solidFill>
              <a:ea typeface="黑体" pitchFamily="2" charset="-122"/>
            </a:endParaRPr>
          </a:p>
        </p:txBody>
      </p:sp>
      <p:sp>
        <p:nvSpPr>
          <p:cNvPr id="7" name="Line 95"/>
          <p:cNvSpPr>
            <a:spLocks noChangeShapeType="1"/>
          </p:cNvSpPr>
          <p:nvPr/>
        </p:nvSpPr>
        <p:spPr bwMode="auto">
          <a:xfrm>
            <a:off x="457200" y="1219200"/>
            <a:ext cx="7524000" cy="0"/>
          </a:xfrm>
          <a:prstGeom prst="line">
            <a:avLst/>
          </a:prstGeom>
          <a:noFill/>
          <a:ln w="88900" cmpd="thinThick">
            <a:solidFill>
              <a:srgbClr val="9294C0"/>
            </a:solidFill>
            <a:round/>
            <a:headEnd/>
            <a:tailEnd/>
          </a:ln>
          <a:effectLst/>
        </p:spPr>
        <p:txBody>
          <a:bodyPr wrap="none" anchor="ctr"/>
          <a:lstStyle/>
          <a:p>
            <a:endParaRPr lang="zh-CN" altLang="en-US"/>
          </a:p>
        </p:txBody>
      </p:sp>
      <p:sp>
        <p:nvSpPr>
          <p:cNvPr id="9" name="圆角右箭头 8"/>
          <p:cNvSpPr/>
          <p:nvPr/>
        </p:nvSpPr>
        <p:spPr bwMode="auto">
          <a:xfrm>
            <a:off x="3124200" y="5257800"/>
            <a:ext cx="990600" cy="381000"/>
          </a:xfrm>
          <a:prstGeom prst="bentArrow">
            <a:avLst/>
          </a:prstGeom>
          <a:solidFill>
            <a:schemeClr val="accent1"/>
          </a:solidFill>
          <a:ln w="9525" cap="flat" cmpd="sng" algn="ctr">
            <a:noFill/>
            <a:prstDash val="solid"/>
            <a:round/>
            <a:headEnd type="none" w="med" len="med"/>
            <a:tailEnd type="none" w="med" len="med"/>
          </a:ln>
          <a:effectLst/>
          <a:scene3d>
            <a:camera prst="orthographicFront">
              <a:rot lat="5400000" lon="0" rev="0"/>
            </a:camera>
            <a:lightRig rig="threePt" dir="t"/>
          </a:scene3d>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smtClean="0">
              <a:ln>
                <a:noFill/>
              </a:ln>
              <a:solidFill>
                <a:schemeClr val="tx1"/>
              </a:solidFill>
              <a:effectLst/>
              <a:latin typeface="Arial" pitchFamily="34" charset="0"/>
            </a:endParaRPr>
          </a:p>
        </p:txBody>
      </p:sp>
      <p:sp>
        <p:nvSpPr>
          <p:cNvPr id="13" name="灯片编号占位符 12"/>
          <p:cNvSpPr>
            <a:spLocks noGrp="1"/>
          </p:cNvSpPr>
          <p:nvPr>
            <p:ph type="sldNum" sz="quarter" idx="12"/>
          </p:nvPr>
        </p:nvSpPr>
        <p:spPr/>
        <p:txBody>
          <a:bodyPr/>
          <a:lstStyle/>
          <a:p>
            <a:fld id="{AE60A1FF-8927-450B-A360-23049E3230E2}" type="slidenum">
              <a:rPr lang="zh-CN" altLang="en-US" smtClean="0"/>
              <a:pPr/>
              <a:t>34</a:t>
            </a:fld>
            <a:endParaRPr lang="en-US" altLang="zh-CN"/>
          </a:p>
        </p:txBody>
      </p:sp>
      <p:pic>
        <p:nvPicPr>
          <p:cNvPr id="10" name="内容占位符 6" descr="师大图标.png"/>
          <p:cNvPicPr>
            <a:picLocks noChangeAspect="1"/>
          </p:cNvPicPr>
          <p:nvPr/>
        </p:nvPicPr>
        <p:blipFill>
          <a:blip r:embed="rId2"/>
          <a:stretch>
            <a:fillRect/>
          </a:stretch>
        </p:blipFill>
        <p:spPr bwMode="auto">
          <a:xfrm>
            <a:off x="838200" y="343000"/>
            <a:ext cx="800000" cy="800000"/>
          </a:xfrm>
          <a:prstGeom prst="rect">
            <a:avLst/>
          </a:prstGeom>
          <a:noFill/>
          <a:ln w="9525">
            <a:noFill/>
            <a:miter lim="800000"/>
            <a:headEnd/>
            <a:tailEnd/>
          </a:ln>
          <a:effectLst/>
        </p:spPr>
      </p:pic>
      <p:pic>
        <p:nvPicPr>
          <p:cNvPr id="8" name="Picture 3"/>
          <p:cNvPicPr>
            <a:picLocks noChangeAspect="1" noChangeArrowheads="1"/>
          </p:cNvPicPr>
          <p:nvPr/>
        </p:nvPicPr>
        <p:blipFill>
          <a:blip r:embed="rId3"/>
          <a:srcRect/>
          <a:stretch>
            <a:fillRect/>
          </a:stretch>
        </p:blipFill>
        <p:spPr bwMode="auto">
          <a:xfrm>
            <a:off x="0" y="4343400"/>
            <a:ext cx="4958960" cy="2514600"/>
          </a:xfrm>
          <a:prstGeom prst="rect">
            <a:avLst/>
          </a:prstGeom>
          <a:noFill/>
          <a:ln w="9525">
            <a:noFill/>
            <a:miter lim="800000"/>
            <a:headEnd/>
            <a:tailEnd/>
          </a:ln>
          <a:effectLst/>
        </p:spPr>
      </p:pic>
      <p:pic>
        <p:nvPicPr>
          <p:cNvPr id="13314" name="Picture 2"/>
          <p:cNvPicPr>
            <a:picLocks noChangeAspect="1" noChangeArrowheads="1"/>
          </p:cNvPicPr>
          <p:nvPr/>
        </p:nvPicPr>
        <p:blipFill>
          <a:blip r:embed="rId4"/>
          <a:srcRect/>
          <a:stretch>
            <a:fillRect/>
          </a:stretch>
        </p:blipFill>
        <p:spPr bwMode="auto">
          <a:xfrm>
            <a:off x="4648200" y="2426609"/>
            <a:ext cx="4495800" cy="4431391"/>
          </a:xfrm>
          <a:prstGeom prst="rect">
            <a:avLst/>
          </a:prstGeom>
          <a:noFill/>
          <a:ln w="9525">
            <a:noFill/>
            <a:miter lim="800000"/>
            <a:headEnd/>
            <a:tailEnd/>
          </a:ln>
          <a:effectLst/>
        </p:spPr>
      </p:pic>
      <p:sp>
        <p:nvSpPr>
          <p:cNvPr id="12" name="矩形 11"/>
          <p:cNvSpPr/>
          <p:nvPr/>
        </p:nvSpPr>
        <p:spPr bwMode="auto">
          <a:xfrm>
            <a:off x="4648200" y="2438400"/>
            <a:ext cx="4343400" cy="4419600"/>
          </a:xfrm>
          <a:prstGeom prst="rect">
            <a:avLst/>
          </a:prstGeom>
          <a:solidFill>
            <a:srgbClr val="FF0000">
              <a:alpha val="27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smtClean="0">
              <a:ln>
                <a:noFill/>
              </a:ln>
              <a:solidFill>
                <a:schemeClr val="tx1"/>
              </a:solidFill>
              <a:effectLst/>
              <a:latin typeface="Arial" pitchFamily="34" charset="0"/>
            </a:endParaRPr>
          </a:p>
        </p:txBody>
      </p:sp>
    </p:spTree>
  </p:cSld>
  <p:clrMapOvr>
    <a:masterClrMapping/>
  </p:clrMapOvr>
  <p:transition>
    <p:split dir="in"/>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5</a:t>
            </a:r>
            <a:r>
              <a:rPr lang="zh-CN" altLang="en-US" dirty="0" smtClean="0"/>
              <a:t>、</a:t>
            </a:r>
            <a:r>
              <a:rPr lang="en-US" altLang="zh-CN" dirty="0" err="1" smtClean="0"/>
              <a:t>GeoDatabase</a:t>
            </a:r>
            <a:r>
              <a:rPr lang="zh-CN" altLang="en-US" dirty="0" smtClean="0"/>
              <a:t>模型</a:t>
            </a:r>
            <a:endParaRPr lang="zh-CN" altLang="en-US" dirty="0"/>
          </a:p>
        </p:txBody>
      </p:sp>
      <p:sp>
        <p:nvSpPr>
          <p:cNvPr id="6" name="内容占位符 5"/>
          <p:cNvSpPr>
            <a:spLocks noGrp="1"/>
          </p:cNvSpPr>
          <p:nvPr>
            <p:ph idx="1"/>
          </p:nvPr>
        </p:nvSpPr>
        <p:spPr/>
        <p:txBody>
          <a:bodyPr/>
          <a:lstStyle/>
          <a:p>
            <a:r>
              <a:rPr lang="zh-CN" altLang="en-US" dirty="0" smtClean="0">
                <a:solidFill>
                  <a:schemeClr val="tx1"/>
                </a:solidFill>
                <a:ea typeface="黑体" pitchFamily="2" charset="-122"/>
              </a:rPr>
              <a:t>三种</a:t>
            </a:r>
            <a:r>
              <a:rPr lang="en-US" altLang="zh-CN" dirty="0" smtClean="0">
                <a:solidFill>
                  <a:schemeClr val="tx1"/>
                </a:solidFill>
                <a:ea typeface="黑体" pitchFamily="2" charset="-122"/>
              </a:rPr>
              <a:t>Cursor</a:t>
            </a:r>
          </a:p>
          <a:p>
            <a:r>
              <a:rPr lang="zh-CN" altLang="en-US" sz="2000" dirty="0" smtClean="0">
                <a:solidFill>
                  <a:schemeClr val="tx1"/>
                </a:solidFill>
                <a:ea typeface="黑体" pitchFamily="2" charset="-122"/>
              </a:rPr>
              <a:t>从</a:t>
            </a:r>
            <a:r>
              <a:rPr lang="en-US" altLang="zh-CN" sz="2000" dirty="0" smtClean="0">
                <a:solidFill>
                  <a:schemeClr val="tx1"/>
                </a:solidFill>
                <a:ea typeface="黑体" pitchFamily="2" charset="-122"/>
              </a:rPr>
              <a:t>Table</a:t>
            </a:r>
            <a:r>
              <a:rPr lang="zh-CN" altLang="en-US" sz="2000" dirty="0" smtClean="0">
                <a:solidFill>
                  <a:schemeClr val="tx1"/>
                </a:solidFill>
                <a:ea typeface="黑体" pitchFamily="2" charset="-122"/>
              </a:rPr>
              <a:t>或</a:t>
            </a:r>
            <a:r>
              <a:rPr lang="en-US" altLang="zh-CN" sz="2000" dirty="0" smtClean="0">
                <a:solidFill>
                  <a:schemeClr val="tx1"/>
                </a:solidFill>
                <a:ea typeface="黑体" pitchFamily="2" charset="-122"/>
              </a:rPr>
              <a:t>Feature</a:t>
            </a:r>
            <a:r>
              <a:rPr lang="zh-CN" altLang="en-US" sz="2000" dirty="0" smtClean="0">
                <a:solidFill>
                  <a:schemeClr val="tx1"/>
                </a:solidFill>
                <a:ea typeface="黑体" pitchFamily="2" charset="-122"/>
              </a:rPr>
              <a:t>产生的</a:t>
            </a:r>
            <a:r>
              <a:rPr lang="en-US" altLang="zh-CN" sz="2000" dirty="0" smtClean="0">
                <a:solidFill>
                  <a:schemeClr val="tx1"/>
                </a:solidFill>
                <a:ea typeface="黑体" pitchFamily="2" charset="-122"/>
              </a:rPr>
              <a:t>Cursor</a:t>
            </a:r>
            <a:r>
              <a:rPr lang="zh-CN" altLang="en-US" sz="2000" dirty="0" smtClean="0">
                <a:solidFill>
                  <a:schemeClr val="tx1"/>
                </a:solidFill>
                <a:ea typeface="黑体" pitchFamily="2" charset="-122"/>
              </a:rPr>
              <a:t>有三种类型。具体是什么类型完全取决于生成</a:t>
            </a:r>
            <a:r>
              <a:rPr lang="en-US" altLang="zh-CN" sz="2000" dirty="0" smtClean="0">
                <a:solidFill>
                  <a:schemeClr val="tx1"/>
                </a:solidFill>
                <a:ea typeface="黑体" pitchFamily="2" charset="-122"/>
              </a:rPr>
              <a:t>Cursor</a:t>
            </a:r>
            <a:r>
              <a:rPr lang="zh-CN" altLang="en-US" sz="2000" dirty="0" smtClean="0">
                <a:solidFill>
                  <a:schemeClr val="tx1"/>
                </a:solidFill>
                <a:ea typeface="黑体" pitchFamily="2" charset="-122"/>
              </a:rPr>
              <a:t>所使用的方法。每种</a:t>
            </a:r>
            <a:r>
              <a:rPr lang="en-US" altLang="zh-CN" sz="2000" dirty="0" smtClean="0">
                <a:solidFill>
                  <a:schemeClr val="tx1"/>
                </a:solidFill>
                <a:ea typeface="黑体" pitchFamily="2" charset="-122"/>
              </a:rPr>
              <a:t>Cursor</a:t>
            </a:r>
            <a:r>
              <a:rPr lang="zh-CN" altLang="en-US" sz="2000" dirty="0" smtClean="0">
                <a:solidFill>
                  <a:schemeClr val="tx1"/>
                </a:solidFill>
                <a:ea typeface="黑体" pitchFamily="2" charset="-122"/>
              </a:rPr>
              <a:t>可用的接口是一样的，具有相同的方法和属性，但如果对于</a:t>
            </a:r>
            <a:r>
              <a:rPr lang="en-US" altLang="zh-CN" sz="2000" dirty="0" smtClean="0">
                <a:solidFill>
                  <a:schemeClr val="tx1"/>
                </a:solidFill>
                <a:ea typeface="黑体" pitchFamily="2" charset="-122"/>
              </a:rPr>
              <a:t>Cursor</a:t>
            </a:r>
            <a:r>
              <a:rPr lang="zh-CN" altLang="en-US" sz="2000" dirty="0" smtClean="0">
                <a:solidFill>
                  <a:schemeClr val="tx1"/>
                </a:solidFill>
                <a:ea typeface="黑体" pitchFamily="2" charset="-122"/>
              </a:rPr>
              <a:t>的类型和你的应用不复的话，调用这些方法时就会返回错误。</a:t>
            </a:r>
            <a:endParaRPr lang="en-US" altLang="zh-CN" sz="2000" dirty="0" smtClean="0">
              <a:solidFill>
                <a:schemeClr val="tx1"/>
              </a:solidFill>
              <a:ea typeface="黑体" pitchFamily="2" charset="-122"/>
            </a:endParaRPr>
          </a:p>
          <a:p>
            <a:r>
              <a:rPr lang="zh-CN" altLang="en-US" dirty="0" smtClean="0">
                <a:solidFill>
                  <a:srgbClr val="FFFF00"/>
                </a:solidFill>
                <a:ea typeface="黑体" pitchFamily="2" charset="-122"/>
              </a:rPr>
              <a:t>查询型</a:t>
            </a:r>
            <a:r>
              <a:rPr lang="en-US" altLang="zh-CN" dirty="0" smtClean="0">
                <a:solidFill>
                  <a:srgbClr val="FFFF00"/>
                </a:solidFill>
                <a:ea typeface="黑体" pitchFamily="2" charset="-122"/>
              </a:rPr>
              <a:t>Cursor</a:t>
            </a:r>
          </a:p>
          <a:p>
            <a:r>
              <a:rPr lang="zh-CN" altLang="en-US" dirty="0" smtClean="0">
                <a:solidFill>
                  <a:srgbClr val="FFFF00"/>
                </a:solidFill>
                <a:ea typeface="黑体" pitchFamily="2" charset="-122"/>
              </a:rPr>
              <a:t>更新型</a:t>
            </a:r>
            <a:r>
              <a:rPr lang="en-US" altLang="zh-CN" dirty="0" smtClean="0">
                <a:solidFill>
                  <a:srgbClr val="FFFF00"/>
                </a:solidFill>
                <a:ea typeface="黑体" pitchFamily="2" charset="-122"/>
              </a:rPr>
              <a:t>Cursor</a:t>
            </a:r>
          </a:p>
          <a:p>
            <a:r>
              <a:rPr lang="zh-CN" altLang="en-US" dirty="0" smtClean="0">
                <a:solidFill>
                  <a:srgbClr val="FFFF00"/>
                </a:solidFill>
                <a:ea typeface="黑体" pitchFamily="2" charset="-122"/>
              </a:rPr>
              <a:t>插入型</a:t>
            </a:r>
            <a:r>
              <a:rPr lang="en-US" altLang="zh-CN" dirty="0" smtClean="0">
                <a:solidFill>
                  <a:srgbClr val="FFFF00"/>
                </a:solidFill>
                <a:ea typeface="黑体" pitchFamily="2" charset="-122"/>
              </a:rPr>
              <a:t>Cursor</a:t>
            </a:r>
            <a:endParaRPr lang="en-US" altLang="zh-CN" dirty="0" smtClean="0">
              <a:solidFill>
                <a:schemeClr val="tx1"/>
              </a:solidFill>
              <a:ea typeface="黑体" pitchFamily="2" charset="-122"/>
            </a:endParaRPr>
          </a:p>
        </p:txBody>
      </p:sp>
      <p:sp>
        <p:nvSpPr>
          <p:cNvPr id="7" name="Line 95"/>
          <p:cNvSpPr>
            <a:spLocks noChangeShapeType="1"/>
          </p:cNvSpPr>
          <p:nvPr/>
        </p:nvSpPr>
        <p:spPr bwMode="auto">
          <a:xfrm>
            <a:off x="457200" y="1219200"/>
            <a:ext cx="7524000" cy="0"/>
          </a:xfrm>
          <a:prstGeom prst="line">
            <a:avLst/>
          </a:prstGeom>
          <a:noFill/>
          <a:ln w="88900" cmpd="thinThick">
            <a:solidFill>
              <a:srgbClr val="9294C0"/>
            </a:solidFill>
            <a:round/>
            <a:headEnd/>
            <a:tailEnd/>
          </a:ln>
          <a:effectLst/>
        </p:spPr>
        <p:txBody>
          <a:bodyPr wrap="none" anchor="ctr"/>
          <a:lstStyle/>
          <a:p>
            <a:endParaRPr lang="zh-CN" altLang="en-US"/>
          </a:p>
        </p:txBody>
      </p:sp>
      <p:sp>
        <p:nvSpPr>
          <p:cNvPr id="9" name="圆角右箭头 8"/>
          <p:cNvSpPr/>
          <p:nvPr/>
        </p:nvSpPr>
        <p:spPr bwMode="auto">
          <a:xfrm>
            <a:off x="3124200" y="5257800"/>
            <a:ext cx="990600" cy="381000"/>
          </a:xfrm>
          <a:prstGeom prst="bentArrow">
            <a:avLst/>
          </a:prstGeom>
          <a:solidFill>
            <a:schemeClr val="accent1"/>
          </a:solidFill>
          <a:ln w="9525" cap="flat" cmpd="sng" algn="ctr">
            <a:noFill/>
            <a:prstDash val="solid"/>
            <a:round/>
            <a:headEnd type="none" w="med" len="med"/>
            <a:tailEnd type="none" w="med" len="med"/>
          </a:ln>
          <a:effectLst/>
          <a:scene3d>
            <a:camera prst="orthographicFront">
              <a:rot lat="5400000" lon="0" rev="0"/>
            </a:camera>
            <a:lightRig rig="threePt" dir="t"/>
          </a:scene3d>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smtClean="0">
              <a:ln>
                <a:noFill/>
              </a:ln>
              <a:solidFill>
                <a:schemeClr val="tx1"/>
              </a:solidFill>
              <a:effectLst/>
              <a:latin typeface="Arial" pitchFamily="34" charset="0"/>
            </a:endParaRPr>
          </a:p>
        </p:txBody>
      </p:sp>
      <p:sp>
        <p:nvSpPr>
          <p:cNvPr id="13" name="灯片编号占位符 12"/>
          <p:cNvSpPr>
            <a:spLocks noGrp="1"/>
          </p:cNvSpPr>
          <p:nvPr>
            <p:ph type="sldNum" sz="quarter" idx="12"/>
          </p:nvPr>
        </p:nvSpPr>
        <p:spPr/>
        <p:txBody>
          <a:bodyPr/>
          <a:lstStyle/>
          <a:p>
            <a:fld id="{AE60A1FF-8927-450B-A360-23049E3230E2}" type="slidenum">
              <a:rPr lang="zh-CN" altLang="en-US" smtClean="0"/>
              <a:pPr/>
              <a:t>35</a:t>
            </a:fld>
            <a:endParaRPr lang="en-US" altLang="zh-CN"/>
          </a:p>
        </p:txBody>
      </p:sp>
      <p:pic>
        <p:nvPicPr>
          <p:cNvPr id="10" name="内容占位符 6" descr="师大图标.png"/>
          <p:cNvPicPr>
            <a:picLocks noChangeAspect="1"/>
          </p:cNvPicPr>
          <p:nvPr/>
        </p:nvPicPr>
        <p:blipFill>
          <a:blip r:embed="rId2"/>
          <a:stretch>
            <a:fillRect/>
          </a:stretch>
        </p:blipFill>
        <p:spPr bwMode="auto">
          <a:xfrm>
            <a:off x="838200" y="343000"/>
            <a:ext cx="800000" cy="800000"/>
          </a:xfrm>
          <a:prstGeom prst="rect">
            <a:avLst/>
          </a:prstGeom>
          <a:noFill/>
          <a:ln w="9525">
            <a:noFill/>
            <a:miter lim="800000"/>
            <a:headEnd/>
            <a:tailEnd/>
          </a:ln>
          <a:effectLst/>
        </p:spPr>
      </p:pic>
    </p:spTree>
  </p:cSld>
  <p:clrMapOvr>
    <a:masterClrMapping/>
  </p:clrMapOvr>
  <p:transition>
    <p:split dir="in"/>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5</a:t>
            </a:r>
            <a:r>
              <a:rPr lang="zh-CN" altLang="en-US" dirty="0" smtClean="0"/>
              <a:t>、</a:t>
            </a:r>
            <a:r>
              <a:rPr lang="en-US" altLang="zh-CN" dirty="0" err="1" smtClean="0"/>
              <a:t>GeoDatabase</a:t>
            </a:r>
            <a:r>
              <a:rPr lang="zh-CN" altLang="en-US" dirty="0" smtClean="0"/>
              <a:t>模型</a:t>
            </a:r>
            <a:endParaRPr lang="zh-CN" altLang="en-US" dirty="0"/>
          </a:p>
        </p:txBody>
      </p:sp>
      <p:sp>
        <p:nvSpPr>
          <p:cNvPr id="6" name="内容占位符 5"/>
          <p:cNvSpPr>
            <a:spLocks noGrp="1"/>
          </p:cNvSpPr>
          <p:nvPr>
            <p:ph idx="1"/>
          </p:nvPr>
        </p:nvSpPr>
        <p:spPr/>
        <p:txBody>
          <a:bodyPr/>
          <a:lstStyle/>
          <a:p>
            <a:r>
              <a:rPr lang="zh-CN" altLang="en-US" dirty="0" smtClean="0">
                <a:solidFill>
                  <a:srgbClr val="FFFF00"/>
                </a:solidFill>
                <a:ea typeface="黑体" pitchFamily="2" charset="-122"/>
              </a:rPr>
              <a:t>查询型</a:t>
            </a:r>
            <a:r>
              <a:rPr lang="en-US" altLang="zh-CN" dirty="0" smtClean="0">
                <a:solidFill>
                  <a:srgbClr val="FFFF00"/>
                </a:solidFill>
                <a:ea typeface="黑体" pitchFamily="2" charset="-122"/>
              </a:rPr>
              <a:t>Cursor</a:t>
            </a:r>
          </a:p>
          <a:p>
            <a:r>
              <a:rPr lang="zh-CN" altLang="en-US" sz="2400" dirty="0" smtClean="0">
                <a:ea typeface="黑体" pitchFamily="2" charset="-122"/>
              </a:rPr>
              <a:t>查询型</a:t>
            </a:r>
            <a:r>
              <a:rPr lang="en-US" altLang="zh-CN" sz="2400" dirty="0" smtClean="0">
                <a:ea typeface="黑体" pitchFamily="2" charset="-122"/>
              </a:rPr>
              <a:t>Cursor</a:t>
            </a:r>
            <a:r>
              <a:rPr lang="zh-CN" altLang="en-US" sz="2400" dirty="0" smtClean="0">
                <a:ea typeface="黑体" pitchFamily="2" charset="-122"/>
              </a:rPr>
              <a:t>是通过调用</a:t>
            </a:r>
            <a:r>
              <a:rPr lang="en-US" altLang="zh-CN" sz="2400" dirty="0" smtClean="0">
                <a:ea typeface="黑体" pitchFamily="2" charset="-122"/>
              </a:rPr>
              <a:t>Search</a:t>
            </a:r>
            <a:r>
              <a:rPr lang="zh-CN" altLang="en-US" sz="2400" dirty="0" smtClean="0">
                <a:ea typeface="黑体" pitchFamily="2" charset="-122"/>
              </a:rPr>
              <a:t>方法生成的，用来进行一些不必进行修改记录的操作，一般是一些统计计算，记录数计算或显示。</a:t>
            </a:r>
            <a:endParaRPr lang="en-US" altLang="zh-CN" sz="2400" dirty="0" smtClean="0">
              <a:ea typeface="黑体" pitchFamily="2" charset="-122"/>
            </a:endParaRPr>
          </a:p>
          <a:p>
            <a:pPr lvl="1">
              <a:buNone/>
            </a:pPr>
            <a:r>
              <a:rPr lang="en-US" altLang="zh-CN" dirty="0" smtClean="0">
                <a:ea typeface="黑体" pitchFamily="2" charset="-122"/>
              </a:rPr>
              <a:t>dim </a:t>
            </a:r>
            <a:r>
              <a:rPr lang="en-US" altLang="zh-CN" dirty="0" err="1" smtClean="0">
                <a:ea typeface="黑体" pitchFamily="2" charset="-122"/>
              </a:rPr>
              <a:t>myCursor</a:t>
            </a:r>
            <a:r>
              <a:rPr lang="en-US" altLang="zh-CN" dirty="0" smtClean="0">
                <a:ea typeface="黑体" pitchFamily="2" charset="-122"/>
              </a:rPr>
              <a:t> as </a:t>
            </a:r>
            <a:r>
              <a:rPr lang="en-US" altLang="zh-CN" dirty="0" err="1" smtClean="0">
                <a:ea typeface="黑体" pitchFamily="2" charset="-122"/>
              </a:rPr>
              <a:t>IfeatureCursor</a:t>
            </a:r>
            <a:endParaRPr lang="en-US" altLang="zh-CN" dirty="0" smtClean="0">
              <a:ea typeface="黑体" pitchFamily="2" charset="-122"/>
            </a:endParaRPr>
          </a:p>
          <a:p>
            <a:pPr lvl="1">
              <a:buNone/>
            </a:pPr>
            <a:r>
              <a:rPr lang="en-US" altLang="zh-CN" dirty="0" err="1" smtClean="0">
                <a:ea typeface="黑体" pitchFamily="2" charset="-122"/>
              </a:rPr>
              <a:t>myCursor</a:t>
            </a:r>
            <a:r>
              <a:rPr lang="en-US" altLang="zh-CN" dirty="0" smtClean="0">
                <a:ea typeface="黑体" pitchFamily="2" charset="-122"/>
              </a:rPr>
              <a:t> =</a:t>
            </a:r>
            <a:r>
              <a:rPr lang="en-US" altLang="zh-CN" dirty="0" err="1" smtClean="0">
                <a:ea typeface="黑体" pitchFamily="2" charset="-122"/>
              </a:rPr>
              <a:t>pFClass.Search</a:t>
            </a:r>
            <a:r>
              <a:rPr lang="en-US" altLang="zh-CN" dirty="0" smtClean="0">
                <a:ea typeface="黑体" pitchFamily="2" charset="-122"/>
              </a:rPr>
              <a:t>(</a:t>
            </a:r>
            <a:r>
              <a:rPr lang="en-US" altLang="zh-CN" dirty="0" err="1" smtClean="0">
                <a:ea typeface="黑体" pitchFamily="2" charset="-122"/>
              </a:rPr>
              <a:t>pQFilter,False</a:t>
            </a:r>
            <a:r>
              <a:rPr lang="en-US" altLang="zh-CN" dirty="0" smtClean="0">
                <a:ea typeface="黑体" pitchFamily="2" charset="-122"/>
              </a:rPr>
              <a:t>)</a:t>
            </a:r>
          </a:p>
          <a:p>
            <a:r>
              <a:rPr lang="zh-CN" altLang="en-US" sz="2400" dirty="0" smtClean="0">
                <a:ea typeface="黑体" pitchFamily="2" charset="-122"/>
              </a:rPr>
              <a:t>查询型</a:t>
            </a:r>
            <a:r>
              <a:rPr lang="en-US" altLang="zh-CN" sz="2400" dirty="0" smtClean="0">
                <a:ea typeface="黑体" pitchFamily="2" charset="-122"/>
              </a:rPr>
              <a:t>Cursor</a:t>
            </a:r>
            <a:r>
              <a:rPr lang="zh-CN" altLang="en-US" sz="2400" dirty="0" smtClean="0">
                <a:ea typeface="黑体" pitchFamily="2" charset="-122"/>
              </a:rPr>
              <a:t>不能调用诸如</a:t>
            </a:r>
            <a:r>
              <a:rPr lang="en-US" altLang="zh-CN" sz="2400" dirty="0" err="1" smtClean="0">
                <a:ea typeface="黑体" pitchFamily="2" charset="-122"/>
              </a:rPr>
              <a:t>InsertRow</a:t>
            </a:r>
            <a:r>
              <a:rPr lang="zh-CN" altLang="en-US" sz="2400" dirty="0" smtClean="0">
                <a:ea typeface="黑体" pitchFamily="2" charset="-122"/>
              </a:rPr>
              <a:t>，</a:t>
            </a:r>
            <a:r>
              <a:rPr lang="en-US" altLang="zh-CN" sz="2400" dirty="0" err="1" smtClean="0">
                <a:ea typeface="黑体" pitchFamily="2" charset="-122"/>
              </a:rPr>
              <a:t>DeleteRow</a:t>
            </a:r>
            <a:r>
              <a:rPr lang="zh-CN" altLang="en-US" sz="2400" dirty="0" smtClean="0">
                <a:ea typeface="黑体" pitchFamily="2" charset="-122"/>
              </a:rPr>
              <a:t>或</a:t>
            </a:r>
            <a:r>
              <a:rPr lang="en-US" altLang="zh-CN" sz="2400" dirty="0" err="1" smtClean="0">
                <a:ea typeface="黑体" pitchFamily="2" charset="-122"/>
              </a:rPr>
              <a:t>UpdataRow</a:t>
            </a:r>
            <a:r>
              <a:rPr lang="zh-CN" altLang="en-US" sz="2400" dirty="0" smtClean="0">
                <a:ea typeface="黑体" pitchFamily="2" charset="-122"/>
              </a:rPr>
              <a:t>方法。其唯一的方法是</a:t>
            </a:r>
            <a:r>
              <a:rPr lang="en-US" altLang="zh-CN" sz="2400" dirty="0" err="1" smtClean="0">
                <a:ea typeface="黑体" pitchFamily="2" charset="-122"/>
              </a:rPr>
              <a:t>NextRow</a:t>
            </a:r>
            <a:r>
              <a:rPr lang="en-US" altLang="zh-CN" sz="2400" dirty="0" smtClean="0">
                <a:ea typeface="黑体" pitchFamily="2" charset="-122"/>
              </a:rPr>
              <a:t> (</a:t>
            </a:r>
            <a:r>
              <a:rPr lang="en-US" altLang="zh-CN" sz="2400" dirty="0" err="1" smtClean="0">
                <a:ea typeface="黑体" pitchFamily="2" charset="-122"/>
              </a:rPr>
              <a:t>NextFeature</a:t>
            </a:r>
            <a:r>
              <a:rPr lang="en-US" altLang="zh-CN" sz="2400" dirty="0" smtClean="0">
                <a:ea typeface="黑体" pitchFamily="2" charset="-122"/>
              </a:rPr>
              <a:t>).</a:t>
            </a:r>
            <a:r>
              <a:rPr lang="zh-CN" altLang="en-US" sz="2400" dirty="0" smtClean="0">
                <a:ea typeface="黑体" pitchFamily="2" charset="-122"/>
              </a:rPr>
              <a:t>用于顺序访问</a:t>
            </a:r>
            <a:r>
              <a:rPr lang="en-US" altLang="zh-CN" sz="2400" dirty="0" smtClean="0">
                <a:ea typeface="黑体" pitchFamily="2" charset="-122"/>
              </a:rPr>
              <a:t>Cursor</a:t>
            </a:r>
            <a:r>
              <a:rPr lang="zh-CN" altLang="en-US" sz="2400" dirty="0" smtClean="0">
                <a:ea typeface="黑体" pitchFamily="2" charset="-122"/>
              </a:rPr>
              <a:t>的每条记录。</a:t>
            </a:r>
            <a:endParaRPr lang="en-US" altLang="zh-CN" dirty="0" smtClean="0">
              <a:latin typeface="+mj-lt"/>
              <a:ea typeface="黑体" pitchFamily="2" charset="-122"/>
            </a:endParaRPr>
          </a:p>
          <a:p>
            <a:pPr lvl="2"/>
            <a:endParaRPr lang="en-US" altLang="zh-CN" sz="2800" dirty="0" smtClean="0">
              <a:latin typeface="+mj-lt"/>
              <a:ea typeface="黑体" pitchFamily="2" charset="-122"/>
            </a:endParaRPr>
          </a:p>
          <a:p>
            <a:pPr lvl="1">
              <a:buNone/>
            </a:pPr>
            <a:endParaRPr lang="en-US" altLang="zh-CN" sz="2800" dirty="0" smtClean="0">
              <a:solidFill>
                <a:schemeClr val="tx1"/>
              </a:solidFill>
              <a:latin typeface="+mj-lt"/>
              <a:ea typeface="黑体" pitchFamily="2" charset="-122"/>
            </a:endParaRPr>
          </a:p>
          <a:p>
            <a:pPr lvl="1">
              <a:buNone/>
            </a:pPr>
            <a:endParaRPr lang="en-US" altLang="zh-CN" sz="2800" dirty="0" smtClean="0">
              <a:solidFill>
                <a:schemeClr val="tx1"/>
              </a:solidFill>
              <a:latin typeface="+mj-lt"/>
              <a:ea typeface="黑体" pitchFamily="2" charset="-122"/>
            </a:endParaRPr>
          </a:p>
          <a:p>
            <a:endParaRPr lang="en-US" altLang="zh-CN" dirty="0" smtClean="0">
              <a:solidFill>
                <a:schemeClr val="tx1"/>
              </a:solidFill>
              <a:latin typeface="+mj-lt"/>
              <a:ea typeface="黑体" pitchFamily="2" charset="-122"/>
            </a:endParaRPr>
          </a:p>
          <a:p>
            <a:pPr lvl="1"/>
            <a:endParaRPr lang="en-US" altLang="zh-CN" dirty="0" smtClean="0">
              <a:solidFill>
                <a:schemeClr val="tx1"/>
              </a:solidFill>
              <a:ea typeface="黑体" pitchFamily="2" charset="-122"/>
            </a:endParaRPr>
          </a:p>
        </p:txBody>
      </p:sp>
      <p:sp>
        <p:nvSpPr>
          <p:cNvPr id="7" name="Line 95"/>
          <p:cNvSpPr>
            <a:spLocks noChangeShapeType="1"/>
          </p:cNvSpPr>
          <p:nvPr/>
        </p:nvSpPr>
        <p:spPr bwMode="auto">
          <a:xfrm>
            <a:off x="457200" y="1219200"/>
            <a:ext cx="7524000" cy="0"/>
          </a:xfrm>
          <a:prstGeom prst="line">
            <a:avLst/>
          </a:prstGeom>
          <a:noFill/>
          <a:ln w="88900" cmpd="thinThick">
            <a:solidFill>
              <a:srgbClr val="9294C0"/>
            </a:solidFill>
            <a:round/>
            <a:headEnd/>
            <a:tailEnd/>
          </a:ln>
          <a:effectLst/>
        </p:spPr>
        <p:txBody>
          <a:bodyPr wrap="none" anchor="ctr"/>
          <a:lstStyle/>
          <a:p>
            <a:endParaRPr lang="zh-CN" altLang="en-US"/>
          </a:p>
        </p:txBody>
      </p:sp>
      <p:sp>
        <p:nvSpPr>
          <p:cNvPr id="9" name="圆角右箭头 8"/>
          <p:cNvSpPr/>
          <p:nvPr/>
        </p:nvSpPr>
        <p:spPr bwMode="auto">
          <a:xfrm>
            <a:off x="3124200" y="5257800"/>
            <a:ext cx="990600" cy="381000"/>
          </a:xfrm>
          <a:prstGeom prst="bentArrow">
            <a:avLst/>
          </a:prstGeom>
          <a:solidFill>
            <a:schemeClr val="accent1"/>
          </a:solidFill>
          <a:ln w="9525" cap="flat" cmpd="sng" algn="ctr">
            <a:noFill/>
            <a:prstDash val="solid"/>
            <a:round/>
            <a:headEnd type="none" w="med" len="med"/>
            <a:tailEnd type="none" w="med" len="med"/>
          </a:ln>
          <a:effectLst/>
          <a:scene3d>
            <a:camera prst="orthographicFront">
              <a:rot lat="5400000" lon="0" rev="0"/>
            </a:camera>
            <a:lightRig rig="threePt" dir="t"/>
          </a:scene3d>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smtClean="0">
              <a:ln>
                <a:noFill/>
              </a:ln>
              <a:solidFill>
                <a:schemeClr val="tx1"/>
              </a:solidFill>
              <a:effectLst/>
              <a:latin typeface="Arial" pitchFamily="34" charset="0"/>
            </a:endParaRPr>
          </a:p>
        </p:txBody>
      </p:sp>
      <p:sp>
        <p:nvSpPr>
          <p:cNvPr id="13" name="灯片编号占位符 12"/>
          <p:cNvSpPr>
            <a:spLocks noGrp="1"/>
          </p:cNvSpPr>
          <p:nvPr>
            <p:ph type="sldNum" sz="quarter" idx="12"/>
          </p:nvPr>
        </p:nvSpPr>
        <p:spPr/>
        <p:txBody>
          <a:bodyPr/>
          <a:lstStyle/>
          <a:p>
            <a:fld id="{AE60A1FF-8927-450B-A360-23049E3230E2}" type="slidenum">
              <a:rPr lang="zh-CN" altLang="en-US" smtClean="0"/>
              <a:pPr/>
              <a:t>36</a:t>
            </a:fld>
            <a:endParaRPr lang="en-US" altLang="zh-CN"/>
          </a:p>
        </p:txBody>
      </p:sp>
      <p:pic>
        <p:nvPicPr>
          <p:cNvPr id="10" name="内容占位符 6" descr="师大图标.png"/>
          <p:cNvPicPr>
            <a:picLocks noChangeAspect="1"/>
          </p:cNvPicPr>
          <p:nvPr/>
        </p:nvPicPr>
        <p:blipFill>
          <a:blip r:embed="rId2"/>
          <a:stretch>
            <a:fillRect/>
          </a:stretch>
        </p:blipFill>
        <p:spPr bwMode="auto">
          <a:xfrm>
            <a:off x="838200" y="343000"/>
            <a:ext cx="800000" cy="800000"/>
          </a:xfrm>
          <a:prstGeom prst="rect">
            <a:avLst/>
          </a:prstGeom>
          <a:noFill/>
          <a:ln w="9525">
            <a:noFill/>
            <a:miter lim="800000"/>
            <a:headEnd/>
            <a:tailEnd/>
          </a:ln>
          <a:effectLst/>
        </p:spPr>
      </p:pic>
    </p:spTree>
  </p:cSld>
  <p:clrMapOvr>
    <a:masterClrMapping/>
  </p:clrMapOvr>
  <p:transition>
    <p:split dir="in"/>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5</a:t>
            </a:r>
            <a:r>
              <a:rPr lang="zh-CN" altLang="en-US" dirty="0" smtClean="0"/>
              <a:t>、</a:t>
            </a:r>
            <a:r>
              <a:rPr lang="en-US" altLang="zh-CN" dirty="0" err="1" smtClean="0"/>
              <a:t>GeoDatabase</a:t>
            </a:r>
            <a:r>
              <a:rPr lang="zh-CN" altLang="en-US" dirty="0" smtClean="0"/>
              <a:t>模型</a:t>
            </a:r>
            <a:endParaRPr lang="zh-CN" altLang="en-US" dirty="0"/>
          </a:p>
        </p:txBody>
      </p:sp>
      <p:sp>
        <p:nvSpPr>
          <p:cNvPr id="6" name="内容占位符 5"/>
          <p:cNvSpPr>
            <a:spLocks noGrp="1"/>
          </p:cNvSpPr>
          <p:nvPr>
            <p:ph idx="1"/>
          </p:nvPr>
        </p:nvSpPr>
        <p:spPr/>
        <p:txBody>
          <a:bodyPr/>
          <a:lstStyle/>
          <a:p>
            <a:r>
              <a:rPr lang="zh-CN" altLang="en-US" dirty="0" smtClean="0">
                <a:solidFill>
                  <a:srgbClr val="FFFF00"/>
                </a:solidFill>
                <a:ea typeface="黑体" pitchFamily="2" charset="-122"/>
              </a:rPr>
              <a:t>更新型</a:t>
            </a:r>
            <a:r>
              <a:rPr lang="en-US" altLang="zh-CN" dirty="0" smtClean="0">
                <a:solidFill>
                  <a:srgbClr val="FFFF00"/>
                </a:solidFill>
                <a:ea typeface="黑体" pitchFamily="2" charset="-122"/>
              </a:rPr>
              <a:t>Cursor</a:t>
            </a:r>
          </a:p>
          <a:p>
            <a:r>
              <a:rPr lang="zh-CN" altLang="en-US" sz="2400" dirty="0" smtClean="0">
                <a:solidFill>
                  <a:schemeClr val="tx1"/>
                </a:solidFill>
                <a:ea typeface="黑体" pitchFamily="2" charset="-122"/>
              </a:rPr>
              <a:t>更新型</a:t>
            </a:r>
            <a:r>
              <a:rPr lang="en-US" altLang="zh-CN" sz="2400" dirty="0" smtClean="0">
                <a:solidFill>
                  <a:schemeClr val="tx1"/>
                </a:solidFill>
                <a:ea typeface="黑体" pitchFamily="2" charset="-122"/>
              </a:rPr>
              <a:t>Cursor</a:t>
            </a:r>
            <a:r>
              <a:rPr lang="zh-CN" altLang="en-US" sz="2400" dirty="0" smtClean="0">
                <a:solidFill>
                  <a:schemeClr val="tx1"/>
                </a:solidFill>
                <a:ea typeface="黑体" pitchFamily="2" charset="-122"/>
              </a:rPr>
              <a:t>是通过在</a:t>
            </a:r>
            <a:r>
              <a:rPr lang="en-US" altLang="zh-CN" sz="2400" dirty="0" smtClean="0">
                <a:solidFill>
                  <a:schemeClr val="tx1"/>
                </a:solidFill>
                <a:ea typeface="黑体" pitchFamily="2" charset="-122"/>
              </a:rPr>
              <a:t>Table</a:t>
            </a:r>
            <a:r>
              <a:rPr lang="zh-CN" altLang="en-US" sz="2400" dirty="0" smtClean="0">
                <a:solidFill>
                  <a:schemeClr val="tx1"/>
                </a:solidFill>
                <a:ea typeface="黑体" pitchFamily="2" charset="-122"/>
              </a:rPr>
              <a:t>或</a:t>
            </a:r>
            <a:r>
              <a:rPr lang="en-US" altLang="zh-CN" sz="2400" dirty="0" err="1" smtClean="0">
                <a:solidFill>
                  <a:schemeClr val="tx1"/>
                </a:solidFill>
                <a:ea typeface="黑体" pitchFamily="2" charset="-122"/>
              </a:rPr>
              <a:t>FeatureClass</a:t>
            </a:r>
            <a:r>
              <a:rPr lang="zh-CN" altLang="en-US" sz="2400" dirty="0" smtClean="0">
                <a:solidFill>
                  <a:schemeClr val="tx1"/>
                </a:solidFill>
                <a:ea typeface="黑体" pitchFamily="2" charset="-122"/>
              </a:rPr>
              <a:t>中调用</a:t>
            </a:r>
            <a:r>
              <a:rPr lang="en-US" altLang="zh-CN" sz="2400" dirty="0" err="1" smtClean="0">
                <a:solidFill>
                  <a:schemeClr val="tx1"/>
                </a:solidFill>
                <a:ea typeface="黑体" pitchFamily="2" charset="-122"/>
              </a:rPr>
              <a:t>Updata</a:t>
            </a:r>
            <a:r>
              <a:rPr lang="zh-CN" altLang="en-US" sz="2400" dirty="0" smtClean="0">
                <a:solidFill>
                  <a:schemeClr val="tx1"/>
                </a:solidFill>
                <a:ea typeface="黑体" pitchFamily="2" charset="-122"/>
              </a:rPr>
              <a:t>方法创建的，用于生成</a:t>
            </a:r>
            <a:r>
              <a:rPr lang="en-US" altLang="zh-CN" sz="2400" dirty="0" smtClean="0">
                <a:solidFill>
                  <a:schemeClr val="tx1"/>
                </a:solidFill>
                <a:ea typeface="黑体" pitchFamily="2" charset="-122"/>
              </a:rPr>
              <a:t>Cursor</a:t>
            </a:r>
            <a:r>
              <a:rPr lang="zh-CN" altLang="en-US" sz="2400" dirty="0" smtClean="0">
                <a:solidFill>
                  <a:schemeClr val="tx1"/>
                </a:solidFill>
                <a:ea typeface="黑体" pitchFamily="2" charset="-122"/>
              </a:rPr>
              <a:t>的数据库中更新或删除记录。当然和查询型</a:t>
            </a:r>
            <a:r>
              <a:rPr lang="en-US" altLang="zh-CN" sz="2400" dirty="0" smtClean="0">
                <a:solidFill>
                  <a:schemeClr val="tx1"/>
                </a:solidFill>
                <a:ea typeface="黑体" pitchFamily="2" charset="-122"/>
              </a:rPr>
              <a:t>Cursor</a:t>
            </a:r>
            <a:r>
              <a:rPr lang="zh-CN" altLang="en-US" sz="2400" dirty="0" smtClean="0">
                <a:solidFill>
                  <a:schemeClr val="tx1"/>
                </a:solidFill>
                <a:ea typeface="黑体" pitchFamily="2" charset="-122"/>
              </a:rPr>
              <a:t>一样，都是通过</a:t>
            </a:r>
            <a:r>
              <a:rPr lang="en-US" altLang="zh-CN" sz="2400" dirty="0" err="1" smtClean="0">
                <a:solidFill>
                  <a:schemeClr val="tx1"/>
                </a:solidFill>
                <a:ea typeface="黑体" pitchFamily="2" charset="-122"/>
              </a:rPr>
              <a:t>QueryFilter</a:t>
            </a:r>
            <a:r>
              <a:rPr lang="zh-CN" altLang="en-US" sz="2400" dirty="0" smtClean="0">
                <a:solidFill>
                  <a:schemeClr val="tx1"/>
                </a:solidFill>
                <a:ea typeface="黑体" pitchFamily="2" charset="-122"/>
              </a:rPr>
              <a:t>对象生成的。它也使得可以保存所返回的</a:t>
            </a:r>
            <a:r>
              <a:rPr lang="en-US" altLang="zh-CN" sz="2400" dirty="0" smtClean="0">
                <a:solidFill>
                  <a:schemeClr val="tx1"/>
                </a:solidFill>
                <a:ea typeface="黑体" pitchFamily="2" charset="-122"/>
              </a:rPr>
              <a:t>Cursor</a:t>
            </a:r>
            <a:r>
              <a:rPr lang="zh-CN" altLang="en-US" sz="2400" dirty="0" smtClean="0">
                <a:solidFill>
                  <a:schemeClr val="tx1"/>
                </a:solidFill>
                <a:ea typeface="黑体" pitchFamily="2" charset="-122"/>
              </a:rPr>
              <a:t>中的，某些记录或全部记录（</a:t>
            </a:r>
            <a:r>
              <a:rPr lang="en-US" altLang="zh-CN" sz="2400" dirty="0" smtClean="0">
                <a:solidFill>
                  <a:schemeClr val="tx1"/>
                </a:solidFill>
                <a:ea typeface="黑体" pitchFamily="2" charset="-122"/>
              </a:rPr>
              <a:t>Nothing</a:t>
            </a:r>
            <a:r>
              <a:rPr lang="zh-CN" altLang="en-US" sz="2400" dirty="0" smtClean="0">
                <a:solidFill>
                  <a:schemeClr val="tx1"/>
                </a:solidFill>
                <a:ea typeface="黑体" pitchFamily="2" charset="-122"/>
              </a:rPr>
              <a:t>关键字）。更新型</a:t>
            </a:r>
            <a:r>
              <a:rPr lang="en-US" altLang="zh-CN" sz="2400" dirty="0" smtClean="0">
                <a:solidFill>
                  <a:schemeClr val="tx1"/>
                </a:solidFill>
                <a:ea typeface="黑体" pitchFamily="2" charset="-122"/>
              </a:rPr>
              <a:t>Cursor</a:t>
            </a:r>
            <a:r>
              <a:rPr lang="zh-CN" altLang="en-US" sz="2400" dirty="0" smtClean="0">
                <a:solidFill>
                  <a:schemeClr val="tx1"/>
                </a:solidFill>
                <a:ea typeface="黑体" pitchFamily="2" charset="-122"/>
              </a:rPr>
              <a:t>不能调用</a:t>
            </a:r>
            <a:r>
              <a:rPr lang="en-US" altLang="zh-CN" sz="2400" dirty="0" err="1" smtClean="0">
                <a:solidFill>
                  <a:schemeClr val="tx1"/>
                </a:solidFill>
                <a:ea typeface="黑体" pitchFamily="2" charset="-122"/>
              </a:rPr>
              <a:t>InsertRow</a:t>
            </a:r>
            <a:r>
              <a:rPr lang="zh-CN" altLang="en-US" sz="2400" dirty="0" smtClean="0">
                <a:solidFill>
                  <a:schemeClr val="tx1"/>
                </a:solidFill>
                <a:ea typeface="黑体" pitchFamily="2" charset="-122"/>
              </a:rPr>
              <a:t>（</a:t>
            </a:r>
            <a:r>
              <a:rPr lang="en-US" altLang="zh-CN" sz="2400" dirty="0" err="1" smtClean="0">
                <a:solidFill>
                  <a:schemeClr val="tx1"/>
                </a:solidFill>
                <a:ea typeface="黑体" pitchFamily="2" charset="-122"/>
              </a:rPr>
              <a:t>InsertFeature</a:t>
            </a:r>
            <a:r>
              <a:rPr lang="zh-CN" altLang="en-US" sz="2400" dirty="0" smtClean="0">
                <a:solidFill>
                  <a:schemeClr val="tx1"/>
                </a:solidFill>
                <a:ea typeface="黑体" pitchFamily="2" charset="-122"/>
              </a:rPr>
              <a:t>）方法。</a:t>
            </a:r>
          </a:p>
          <a:p>
            <a:pPr lvl="1">
              <a:buNone/>
            </a:pPr>
            <a:r>
              <a:rPr lang="en-US" altLang="zh-CN" dirty="0" smtClean="0">
                <a:solidFill>
                  <a:schemeClr val="tx1"/>
                </a:solidFill>
                <a:ea typeface="黑体" pitchFamily="2" charset="-122"/>
              </a:rPr>
              <a:t>Dim </a:t>
            </a:r>
            <a:r>
              <a:rPr lang="en-US" altLang="zh-CN" dirty="0" err="1" smtClean="0">
                <a:solidFill>
                  <a:schemeClr val="tx1"/>
                </a:solidFill>
                <a:ea typeface="黑体" pitchFamily="2" charset="-122"/>
              </a:rPr>
              <a:t>myCursor</a:t>
            </a:r>
            <a:r>
              <a:rPr lang="en-US" altLang="zh-CN" dirty="0" smtClean="0">
                <a:solidFill>
                  <a:schemeClr val="tx1"/>
                </a:solidFill>
                <a:ea typeface="黑体" pitchFamily="2" charset="-122"/>
              </a:rPr>
              <a:t> as </a:t>
            </a:r>
            <a:r>
              <a:rPr lang="en-US" altLang="zh-CN" dirty="0" err="1" smtClean="0">
                <a:solidFill>
                  <a:schemeClr val="tx1"/>
                </a:solidFill>
                <a:ea typeface="黑体" pitchFamily="2" charset="-122"/>
              </a:rPr>
              <a:t>IFeatureCursor</a:t>
            </a:r>
            <a:r>
              <a:rPr lang="en-US" altLang="zh-CN" dirty="0" smtClean="0">
                <a:solidFill>
                  <a:schemeClr val="tx1"/>
                </a:solidFill>
                <a:ea typeface="黑体" pitchFamily="2" charset="-122"/>
              </a:rPr>
              <a:t> </a:t>
            </a:r>
          </a:p>
          <a:p>
            <a:pPr lvl="1">
              <a:buNone/>
            </a:pPr>
            <a:r>
              <a:rPr lang="en-US" altLang="zh-CN" dirty="0" err="1" smtClean="0">
                <a:solidFill>
                  <a:schemeClr val="tx1"/>
                </a:solidFill>
                <a:ea typeface="黑体" pitchFamily="2" charset="-122"/>
              </a:rPr>
              <a:t>myCursor</a:t>
            </a:r>
            <a:r>
              <a:rPr lang="en-US" altLang="zh-CN" dirty="0" smtClean="0">
                <a:solidFill>
                  <a:schemeClr val="tx1"/>
                </a:solidFill>
                <a:ea typeface="黑体" pitchFamily="2" charset="-122"/>
              </a:rPr>
              <a:t>=</a:t>
            </a:r>
            <a:r>
              <a:rPr lang="en-US" altLang="zh-CN" dirty="0" err="1" smtClean="0">
                <a:solidFill>
                  <a:schemeClr val="tx1"/>
                </a:solidFill>
                <a:ea typeface="黑体" pitchFamily="2" charset="-122"/>
              </a:rPr>
              <a:t>pFClass.Update</a:t>
            </a:r>
            <a:r>
              <a:rPr lang="en-US" altLang="zh-CN" dirty="0" smtClean="0">
                <a:solidFill>
                  <a:schemeClr val="tx1"/>
                </a:solidFill>
                <a:ea typeface="黑体" pitchFamily="2" charset="-122"/>
              </a:rPr>
              <a:t>(</a:t>
            </a:r>
            <a:r>
              <a:rPr lang="en-US" altLang="zh-CN" dirty="0" err="1" smtClean="0">
                <a:solidFill>
                  <a:schemeClr val="tx1"/>
                </a:solidFill>
                <a:ea typeface="黑体" pitchFamily="2" charset="-122"/>
              </a:rPr>
              <a:t>pQFilter,False</a:t>
            </a:r>
            <a:r>
              <a:rPr lang="en-US" altLang="zh-CN" dirty="0" smtClean="0">
                <a:solidFill>
                  <a:schemeClr val="tx1"/>
                </a:solidFill>
                <a:ea typeface="黑体" pitchFamily="2" charset="-122"/>
              </a:rPr>
              <a:t>)</a:t>
            </a:r>
          </a:p>
        </p:txBody>
      </p:sp>
      <p:sp>
        <p:nvSpPr>
          <p:cNvPr id="7" name="Line 95"/>
          <p:cNvSpPr>
            <a:spLocks noChangeShapeType="1"/>
          </p:cNvSpPr>
          <p:nvPr/>
        </p:nvSpPr>
        <p:spPr bwMode="auto">
          <a:xfrm>
            <a:off x="457200" y="1219200"/>
            <a:ext cx="7524000" cy="0"/>
          </a:xfrm>
          <a:prstGeom prst="line">
            <a:avLst/>
          </a:prstGeom>
          <a:noFill/>
          <a:ln w="88900" cmpd="thinThick">
            <a:solidFill>
              <a:srgbClr val="9294C0"/>
            </a:solidFill>
            <a:round/>
            <a:headEnd/>
            <a:tailEnd/>
          </a:ln>
          <a:effectLst/>
        </p:spPr>
        <p:txBody>
          <a:bodyPr wrap="none" anchor="ctr"/>
          <a:lstStyle/>
          <a:p>
            <a:endParaRPr lang="zh-CN" altLang="en-US"/>
          </a:p>
        </p:txBody>
      </p:sp>
      <p:sp>
        <p:nvSpPr>
          <p:cNvPr id="9" name="圆角右箭头 8"/>
          <p:cNvSpPr/>
          <p:nvPr/>
        </p:nvSpPr>
        <p:spPr bwMode="auto">
          <a:xfrm>
            <a:off x="3124200" y="5257800"/>
            <a:ext cx="990600" cy="381000"/>
          </a:xfrm>
          <a:prstGeom prst="bentArrow">
            <a:avLst/>
          </a:prstGeom>
          <a:solidFill>
            <a:schemeClr val="accent1"/>
          </a:solidFill>
          <a:ln w="9525" cap="flat" cmpd="sng" algn="ctr">
            <a:noFill/>
            <a:prstDash val="solid"/>
            <a:round/>
            <a:headEnd type="none" w="med" len="med"/>
            <a:tailEnd type="none" w="med" len="med"/>
          </a:ln>
          <a:effectLst/>
          <a:scene3d>
            <a:camera prst="orthographicFront">
              <a:rot lat="5400000" lon="0" rev="0"/>
            </a:camera>
            <a:lightRig rig="threePt" dir="t"/>
          </a:scene3d>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smtClean="0">
              <a:ln>
                <a:noFill/>
              </a:ln>
              <a:solidFill>
                <a:schemeClr val="tx1"/>
              </a:solidFill>
              <a:effectLst/>
              <a:latin typeface="Arial" pitchFamily="34" charset="0"/>
            </a:endParaRPr>
          </a:p>
        </p:txBody>
      </p:sp>
      <p:sp>
        <p:nvSpPr>
          <p:cNvPr id="13" name="灯片编号占位符 12"/>
          <p:cNvSpPr>
            <a:spLocks noGrp="1"/>
          </p:cNvSpPr>
          <p:nvPr>
            <p:ph type="sldNum" sz="quarter" idx="12"/>
          </p:nvPr>
        </p:nvSpPr>
        <p:spPr/>
        <p:txBody>
          <a:bodyPr/>
          <a:lstStyle/>
          <a:p>
            <a:fld id="{AE60A1FF-8927-450B-A360-23049E3230E2}" type="slidenum">
              <a:rPr lang="zh-CN" altLang="en-US" smtClean="0"/>
              <a:pPr/>
              <a:t>37</a:t>
            </a:fld>
            <a:endParaRPr lang="en-US" altLang="zh-CN"/>
          </a:p>
        </p:txBody>
      </p:sp>
      <p:pic>
        <p:nvPicPr>
          <p:cNvPr id="10" name="内容占位符 6" descr="师大图标.png"/>
          <p:cNvPicPr>
            <a:picLocks noChangeAspect="1"/>
          </p:cNvPicPr>
          <p:nvPr/>
        </p:nvPicPr>
        <p:blipFill>
          <a:blip r:embed="rId2"/>
          <a:stretch>
            <a:fillRect/>
          </a:stretch>
        </p:blipFill>
        <p:spPr bwMode="auto">
          <a:xfrm>
            <a:off x="838200" y="343000"/>
            <a:ext cx="800000" cy="800000"/>
          </a:xfrm>
          <a:prstGeom prst="rect">
            <a:avLst/>
          </a:prstGeom>
          <a:noFill/>
          <a:ln w="9525">
            <a:noFill/>
            <a:miter lim="800000"/>
            <a:headEnd/>
            <a:tailEnd/>
          </a:ln>
          <a:effectLst/>
        </p:spPr>
      </p:pic>
    </p:spTree>
  </p:cSld>
  <p:clrMapOvr>
    <a:masterClrMapping/>
  </p:clrMapOvr>
  <p:transition>
    <p:split dir="in"/>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5</a:t>
            </a:r>
            <a:r>
              <a:rPr lang="zh-CN" altLang="en-US" dirty="0" smtClean="0"/>
              <a:t>、</a:t>
            </a:r>
            <a:r>
              <a:rPr lang="en-US" altLang="zh-CN" dirty="0" err="1" smtClean="0"/>
              <a:t>GeoDatabase</a:t>
            </a:r>
            <a:r>
              <a:rPr lang="zh-CN" altLang="en-US" dirty="0" smtClean="0"/>
              <a:t>模型</a:t>
            </a:r>
            <a:endParaRPr lang="zh-CN" altLang="en-US" dirty="0"/>
          </a:p>
        </p:txBody>
      </p:sp>
      <p:sp>
        <p:nvSpPr>
          <p:cNvPr id="6" name="内容占位符 5"/>
          <p:cNvSpPr>
            <a:spLocks noGrp="1"/>
          </p:cNvSpPr>
          <p:nvPr>
            <p:ph idx="1"/>
          </p:nvPr>
        </p:nvSpPr>
        <p:spPr/>
        <p:txBody>
          <a:bodyPr/>
          <a:lstStyle/>
          <a:p>
            <a:r>
              <a:rPr lang="zh-CN" altLang="en-US" dirty="0" smtClean="0">
                <a:solidFill>
                  <a:srgbClr val="FFFF00"/>
                </a:solidFill>
                <a:ea typeface="黑体" pitchFamily="2" charset="-122"/>
              </a:rPr>
              <a:t>插入型</a:t>
            </a:r>
            <a:r>
              <a:rPr lang="en-US" altLang="zh-CN" dirty="0" smtClean="0">
                <a:solidFill>
                  <a:srgbClr val="FFFF00"/>
                </a:solidFill>
                <a:ea typeface="黑体" pitchFamily="2" charset="-122"/>
              </a:rPr>
              <a:t>Cursor</a:t>
            </a:r>
          </a:p>
          <a:p>
            <a:r>
              <a:rPr lang="zh-CN" altLang="en-US" sz="2400" dirty="0" smtClean="0">
                <a:solidFill>
                  <a:schemeClr val="tx1"/>
                </a:solidFill>
                <a:ea typeface="黑体" pitchFamily="2" charset="-122"/>
              </a:rPr>
              <a:t>通过在在</a:t>
            </a:r>
            <a:r>
              <a:rPr lang="en-US" altLang="zh-CN" sz="2400" dirty="0" smtClean="0">
                <a:solidFill>
                  <a:schemeClr val="tx1"/>
                </a:solidFill>
                <a:ea typeface="黑体" pitchFamily="2" charset="-122"/>
              </a:rPr>
              <a:t>Table</a:t>
            </a:r>
            <a:r>
              <a:rPr lang="zh-CN" altLang="en-US" sz="2400" dirty="0" smtClean="0">
                <a:solidFill>
                  <a:schemeClr val="tx1"/>
                </a:solidFill>
                <a:ea typeface="黑体" pitchFamily="2" charset="-122"/>
              </a:rPr>
              <a:t>或</a:t>
            </a:r>
            <a:r>
              <a:rPr lang="en-US" altLang="zh-CN" sz="2400" dirty="0" err="1" smtClean="0">
                <a:solidFill>
                  <a:schemeClr val="tx1"/>
                </a:solidFill>
                <a:ea typeface="黑体" pitchFamily="2" charset="-122"/>
              </a:rPr>
              <a:t>FeatureClass</a:t>
            </a:r>
            <a:r>
              <a:rPr lang="zh-CN" altLang="en-US" sz="2400" dirty="0" smtClean="0">
                <a:solidFill>
                  <a:schemeClr val="tx1"/>
                </a:solidFill>
                <a:ea typeface="黑体" pitchFamily="2" charset="-122"/>
              </a:rPr>
              <a:t>中调用</a:t>
            </a:r>
            <a:r>
              <a:rPr lang="en-US" altLang="zh-CN" sz="2400" dirty="0" smtClean="0">
                <a:solidFill>
                  <a:schemeClr val="tx1"/>
                </a:solidFill>
                <a:ea typeface="黑体" pitchFamily="2" charset="-122"/>
              </a:rPr>
              <a:t>Insert</a:t>
            </a:r>
            <a:r>
              <a:rPr lang="zh-CN" altLang="en-US" sz="2400" dirty="0" smtClean="0">
                <a:solidFill>
                  <a:schemeClr val="tx1"/>
                </a:solidFill>
                <a:ea typeface="黑体" pitchFamily="2" charset="-122"/>
              </a:rPr>
              <a:t>方法创建的。用于向生成</a:t>
            </a:r>
            <a:r>
              <a:rPr lang="en-US" altLang="zh-CN" sz="2400" dirty="0" smtClean="0">
                <a:solidFill>
                  <a:schemeClr val="tx1"/>
                </a:solidFill>
                <a:ea typeface="黑体" pitchFamily="2" charset="-122"/>
              </a:rPr>
              <a:t>Cursor</a:t>
            </a:r>
            <a:r>
              <a:rPr lang="zh-CN" altLang="en-US" sz="2400" dirty="0" smtClean="0">
                <a:solidFill>
                  <a:schemeClr val="tx1"/>
                </a:solidFill>
                <a:ea typeface="黑体" pitchFamily="2" charset="-122"/>
              </a:rPr>
              <a:t>的数据库中插入新的记录（</a:t>
            </a:r>
            <a:r>
              <a:rPr lang="en-US" altLang="zh-CN" sz="2400" dirty="0" smtClean="0">
                <a:solidFill>
                  <a:schemeClr val="tx1"/>
                </a:solidFill>
                <a:ea typeface="黑体" pitchFamily="2" charset="-122"/>
              </a:rPr>
              <a:t>Table</a:t>
            </a:r>
            <a:r>
              <a:rPr lang="zh-CN" altLang="en-US" sz="2400" dirty="0" smtClean="0">
                <a:solidFill>
                  <a:schemeClr val="tx1"/>
                </a:solidFill>
                <a:ea typeface="黑体" pitchFamily="2" charset="-122"/>
              </a:rPr>
              <a:t>中的行，</a:t>
            </a:r>
            <a:r>
              <a:rPr lang="en-US" altLang="zh-CN" sz="2400" dirty="0" err="1" smtClean="0">
                <a:solidFill>
                  <a:schemeClr val="tx1"/>
                </a:solidFill>
                <a:ea typeface="黑体" pitchFamily="2" charset="-122"/>
              </a:rPr>
              <a:t>FeatureClass</a:t>
            </a:r>
            <a:r>
              <a:rPr lang="zh-CN" altLang="en-US" sz="2400" dirty="0" smtClean="0">
                <a:solidFill>
                  <a:schemeClr val="tx1"/>
                </a:solidFill>
                <a:ea typeface="黑体" pitchFamily="2" charset="-122"/>
              </a:rPr>
              <a:t>中的要素）。插入型</a:t>
            </a:r>
            <a:r>
              <a:rPr lang="en-US" altLang="zh-CN" sz="2400" dirty="0" smtClean="0">
                <a:solidFill>
                  <a:schemeClr val="tx1"/>
                </a:solidFill>
                <a:ea typeface="黑体" pitchFamily="2" charset="-122"/>
              </a:rPr>
              <a:t>Cursor</a:t>
            </a:r>
            <a:r>
              <a:rPr lang="zh-CN" altLang="en-US" sz="2400" dirty="0" smtClean="0">
                <a:solidFill>
                  <a:schemeClr val="tx1"/>
                </a:solidFill>
                <a:ea typeface="黑体" pitchFamily="2" charset="-122"/>
              </a:rPr>
              <a:t>不需要</a:t>
            </a:r>
            <a:r>
              <a:rPr lang="en-US" altLang="zh-CN" sz="2400" dirty="0" err="1" smtClean="0">
                <a:solidFill>
                  <a:schemeClr val="tx1"/>
                </a:solidFill>
                <a:ea typeface="黑体" pitchFamily="2" charset="-122"/>
              </a:rPr>
              <a:t>QueryFilter</a:t>
            </a:r>
            <a:r>
              <a:rPr lang="zh-CN" altLang="en-US" sz="2400" dirty="0" smtClean="0">
                <a:solidFill>
                  <a:schemeClr val="tx1"/>
                </a:solidFill>
                <a:ea typeface="黑体" pitchFamily="2" charset="-122"/>
              </a:rPr>
              <a:t>参数。不支持</a:t>
            </a:r>
            <a:r>
              <a:rPr lang="en-US" altLang="zh-CN" sz="2400" dirty="0" err="1" smtClean="0">
                <a:solidFill>
                  <a:schemeClr val="tx1"/>
                </a:solidFill>
                <a:ea typeface="黑体" pitchFamily="2" charset="-122"/>
              </a:rPr>
              <a:t>NextRow</a:t>
            </a:r>
            <a:r>
              <a:rPr lang="zh-CN" altLang="en-US" sz="2400" dirty="0" smtClean="0">
                <a:solidFill>
                  <a:schemeClr val="tx1"/>
                </a:solidFill>
                <a:ea typeface="黑体" pitchFamily="2" charset="-122"/>
              </a:rPr>
              <a:t>（</a:t>
            </a:r>
            <a:r>
              <a:rPr lang="en-US" altLang="zh-CN" sz="2400" dirty="0" err="1" smtClean="0">
                <a:solidFill>
                  <a:schemeClr val="tx1"/>
                </a:solidFill>
                <a:ea typeface="黑体" pitchFamily="2" charset="-122"/>
              </a:rPr>
              <a:t>NextFeature</a:t>
            </a:r>
            <a:r>
              <a:rPr lang="zh-CN" altLang="en-US" sz="2400" dirty="0" smtClean="0">
                <a:solidFill>
                  <a:schemeClr val="tx1"/>
                </a:solidFill>
                <a:ea typeface="黑体" pitchFamily="2" charset="-122"/>
              </a:rPr>
              <a:t>）方法，也不支持</a:t>
            </a:r>
            <a:r>
              <a:rPr lang="en-US" altLang="zh-CN" sz="2400" dirty="0" err="1" smtClean="0">
                <a:solidFill>
                  <a:schemeClr val="tx1"/>
                </a:solidFill>
                <a:ea typeface="黑体" pitchFamily="2" charset="-122"/>
              </a:rPr>
              <a:t>UpdataRow</a:t>
            </a:r>
            <a:r>
              <a:rPr lang="zh-CN" altLang="en-US" sz="2400" dirty="0" smtClean="0">
                <a:solidFill>
                  <a:schemeClr val="tx1"/>
                </a:solidFill>
                <a:ea typeface="黑体" pitchFamily="2" charset="-122"/>
              </a:rPr>
              <a:t>方法。</a:t>
            </a:r>
          </a:p>
          <a:p>
            <a:pPr>
              <a:buNone/>
            </a:pPr>
            <a:r>
              <a:rPr lang="en-US" altLang="zh-CN" sz="2400" dirty="0" smtClean="0">
                <a:solidFill>
                  <a:schemeClr val="tx1"/>
                </a:solidFill>
                <a:ea typeface="黑体" pitchFamily="2" charset="-122"/>
              </a:rPr>
              <a:t>    Dim </a:t>
            </a:r>
            <a:r>
              <a:rPr lang="en-US" altLang="zh-CN" sz="2400" dirty="0" err="1" smtClean="0">
                <a:solidFill>
                  <a:schemeClr val="tx1"/>
                </a:solidFill>
                <a:ea typeface="黑体" pitchFamily="2" charset="-122"/>
              </a:rPr>
              <a:t>myCursor</a:t>
            </a:r>
            <a:r>
              <a:rPr lang="en-US" altLang="zh-CN" sz="2400" dirty="0" smtClean="0">
                <a:solidFill>
                  <a:schemeClr val="tx1"/>
                </a:solidFill>
                <a:ea typeface="黑体" pitchFamily="2" charset="-122"/>
              </a:rPr>
              <a:t> as </a:t>
            </a:r>
            <a:r>
              <a:rPr lang="en-US" altLang="zh-CN" sz="2400" dirty="0" err="1" smtClean="0">
                <a:solidFill>
                  <a:schemeClr val="tx1"/>
                </a:solidFill>
                <a:ea typeface="黑体" pitchFamily="2" charset="-122"/>
              </a:rPr>
              <a:t>IFeatureCursor</a:t>
            </a:r>
            <a:r>
              <a:rPr lang="en-US" altLang="zh-CN" sz="2400" dirty="0" smtClean="0">
                <a:solidFill>
                  <a:schemeClr val="tx1"/>
                </a:solidFill>
                <a:ea typeface="黑体" pitchFamily="2" charset="-122"/>
              </a:rPr>
              <a:t> </a:t>
            </a:r>
          </a:p>
          <a:p>
            <a:pPr>
              <a:buNone/>
            </a:pPr>
            <a:r>
              <a:rPr lang="en-US" altLang="zh-CN" sz="2400" dirty="0" smtClean="0">
                <a:solidFill>
                  <a:schemeClr val="tx1"/>
                </a:solidFill>
                <a:ea typeface="黑体" pitchFamily="2" charset="-122"/>
              </a:rPr>
              <a:t>    </a:t>
            </a:r>
            <a:r>
              <a:rPr lang="en-US" altLang="zh-CN" sz="2400" dirty="0" err="1" smtClean="0">
                <a:solidFill>
                  <a:schemeClr val="tx1"/>
                </a:solidFill>
                <a:ea typeface="黑体" pitchFamily="2" charset="-122"/>
              </a:rPr>
              <a:t>myCursor</a:t>
            </a:r>
            <a:r>
              <a:rPr lang="en-US" altLang="zh-CN" sz="2400" dirty="0" smtClean="0">
                <a:solidFill>
                  <a:schemeClr val="tx1"/>
                </a:solidFill>
                <a:ea typeface="黑体" pitchFamily="2" charset="-122"/>
              </a:rPr>
              <a:t>=</a:t>
            </a:r>
            <a:r>
              <a:rPr lang="en-US" altLang="zh-CN" sz="2400" dirty="0" err="1" smtClean="0">
                <a:solidFill>
                  <a:schemeClr val="tx1"/>
                </a:solidFill>
                <a:ea typeface="黑体" pitchFamily="2" charset="-122"/>
              </a:rPr>
              <a:t>pFClass.Insert</a:t>
            </a:r>
            <a:r>
              <a:rPr lang="en-US" altLang="zh-CN" sz="2400" dirty="0" smtClean="0">
                <a:solidFill>
                  <a:schemeClr val="tx1"/>
                </a:solidFill>
                <a:ea typeface="黑体" pitchFamily="2" charset="-122"/>
              </a:rPr>
              <a:t>(</a:t>
            </a:r>
            <a:r>
              <a:rPr lang="en-US" altLang="zh-CN" sz="2400" dirty="0" err="1" smtClean="0">
                <a:solidFill>
                  <a:schemeClr val="tx1"/>
                </a:solidFill>
                <a:ea typeface="黑体" pitchFamily="2" charset="-122"/>
              </a:rPr>
              <a:t>Ture</a:t>
            </a:r>
            <a:r>
              <a:rPr lang="en-US" altLang="zh-CN" sz="2400" dirty="0" smtClean="0">
                <a:solidFill>
                  <a:schemeClr val="tx1"/>
                </a:solidFill>
                <a:ea typeface="黑体" pitchFamily="2" charset="-122"/>
              </a:rPr>
              <a:t>)</a:t>
            </a:r>
          </a:p>
        </p:txBody>
      </p:sp>
      <p:sp>
        <p:nvSpPr>
          <p:cNvPr id="7" name="Line 95"/>
          <p:cNvSpPr>
            <a:spLocks noChangeShapeType="1"/>
          </p:cNvSpPr>
          <p:nvPr/>
        </p:nvSpPr>
        <p:spPr bwMode="auto">
          <a:xfrm>
            <a:off x="457200" y="1219200"/>
            <a:ext cx="7524000" cy="0"/>
          </a:xfrm>
          <a:prstGeom prst="line">
            <a:avLst/>
          </a:prstGeom>
          <a:noFill/>
          <a:ln w="88900" cmpd="thinThick">
            <a:solidFill>
              <a:srgbClr val="9294C0"/>
            </a:solidFill>
            <a:round/>
            <a:headEnd/>
            <a:tailEnd/>
          </a:ln>
          <a:effectLst/>
        </p:spPr>
        <p:txBody>
          <a:bodyPr wrap="none" anchor="ctr"/>
          <a:lstStyle/>
          <a:p>
            <a:endParaRPr lang="zh-CN" altLang="en-US"/>
          </a:p>
        </p:txBody>
      </p:sp>
      <p:sp>
        <p:nvSpPr>
          <p:cNvPr id="9" name="圆角右箭头 8"/>
          <p:cNvSpPr/>
          <p:nvPr/>
        </p:nvSpPr>
        <p:spPr bwMode="auto">
          <a:xfrm>
            <a:off x="3124200" y="5257800"/>
            <a:ext cx="990600" cy="381000"/>
          </a:xfrm>
          <a:prstGeom prst="bentArrow">
            <a:avLst/>
          </a:prstGeom>
          <a:solidFill>
            <a:schemeClr val="accent1"/>
          </a:solidFill>
          <a:ln w="9525" cap="flat" cmpd="sng" algn="ctr">
            <a:noFill/>
            <a:prstDash val="solid"/>
            <a:round/>
            <a:headEnd type="none" w="med" len="med"/>
            <a:tailEnd type="none" w="med" len="med"/>
          </a:ln>
          <a:effectLst/>
          <a:scene3d>
            <a:camera prst="orthographicFront">
              <a:rot lat="5400000" lon="0" rev="0"/>
            </a:camera>
            <a:lightRig rig="threePt" dir="t"/>
          </a:scene3d>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smtClean="0">
              <a:ln>
                <a:noFill/>
              </a:ln>
              <a:solidFill>
                <a:schemeClr val="tx1"/>
              </a:solidFill>
              <a:effectLst/>
              <a:latin typeface="Arial" pitchFamily="34" charset="0"/>
            </a:endParaRPr>
          </a:p>
        </p:txBody>
      </p:sp>
      <p:sp>
        <p:nvSpPr>
          <p:cNvPr id="13" name="灯片编号占位符 12"/>
          <p:cNvSpPr>
            <a:spLocks noGrp="1"/>
          </p:cNvSpPr>
          <p:nvPr>
            <p:ph type="sldNum" sz="quarter" idx="12"/>
          </p:nvPr>
        </p:nvSpPr>
        <p:spPr/>
        <p:txBody>
          <a:bodyPr/>
          <a:lstStyle/>
          <a:p>
            <a:fld id="{AE60A1FF-8927-450B-A360-23049E3230E2}" type="slidenum">
              <a:rPr lang="zh-CN" altLang="en-US" smtClean="0"/>
              <a:pPr/>
              <a:t>38</a:t>
            </a:fld>
            <a:endParaRPr lang="en-US" altLang="zh-CN"/>
          </a:p>
        </p:txBody>
      </p:sp>
      <p:pic>
        <p:nvPicPr>
          <p:cNvPr id="10" name="内容占位符 6" descr="师大图标.png"/>
          <p:cNvPicPr>
            <a:picLocks noChangeAspect="1"/>
          </p:cNvPicPr>
          <p:nvPr/>
        </p:nvPicPr>
        <p:blipFill>
          <a:blip r:embed="rId2"/>
          <a:stretch>
            <a:fillRect/>
          </a:stretch>
        </p:blipFill>
        <p:spPr bwMode="auto">
          <a:xfrm>
            <a:off x="838200" y="343000"/>
            <a:ext cx="800000" cy="800000"/>
          </a:xfrm>
          <a:prstGeom prst="rect">
            <a:avLst/>
          </a:prstGeom>
          <a:noFill/>
          <a:ln w="9525">
            <a:noFill/>
            <a:miter lim="800000"/>
            <a:headEnd/>
            <a:tailEnd/>
          </a:ln>
          <a:effectLst/>
        </p:spPr>
      </p:pic>
    </p:spTree>
  </p:cSld>
  <p:clrMapOvr>
    <a:masterClrMapping/>
  </p:clrMapOvr>
  <p:transition>
    <p:split dir="in"/>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5</a:t>
            </a:r>
            <a:r>
              <a:rPr lang="zh-CN" altLang="en-US" dirty="0" smtClean="0"/>
              <a:t>、</a:t>
            </a:r>
            <a:r>
              <a:rPr lang="en-US" altLang="zh-CN" dirty="0" err="1" smtClean="0"/>
              <a:t>GeoDatabase</a:t>
            </a:r>
            <a:r>
              <a:rPr lang="zh-CN" altLang="en-US" dirty="0" smtClean="0"/>
              <a:t>模型</a:t>
            </a:r>
            <a:endParaRPr lang="zh-CN" altLang="en-US" dirty="0"/>
          </a:p>
        </p:txBody>
      </p:sp>
      <p:sp>
        <p:nvSpPr>
          <p:cNvPr id="6" name="内容占位符 5"/>
          <p:cNvSpPr>
            <a:spLocks noGrp="1"/>
          </p:cNvSpPr>
          <p:nvPr>
            <p:ph idx="1"/>
          </p:nvPr>
        </p:nvSpPr>
        <p:spPr/>
        <p:txBody>
          <a:bodyPr/>
          <a:lstStyle/>
          <a:p>
            <a:r>
              <a:rPr lang="zh-CN" altLang="en-US" dirty="0" smtClean="0">
                <a:solidFill>
                  <a:schemeClr val="tx1"/>
                </a:solidFill>
                <a:latin typeface="+mj-lt"/>
                <a:ea typeface="黑体" pitchFamily="2" charset="-122"/>
              </a:rPr>
              <a:t>字段集（</a:t>
            </a:r>
            <a:r>
              <a:rPr lang="en-US" altLang="zh-CN" dirty="0" smtClean="0">
                <a:solidFill>
                  <a:schemeClr val="tx1"/>
                </a:solidFill>
                <a:latin typeface="+mj-lt"/>
                <a:ea typeface="黑体" pitchFamily="2" charset="-122"/>
              </a:rPr>
              <a:t>Fields</a:t>
            </a:r>
            <a:r>
              <a:rPr lang="zh-CN" altLang="en-US" dirty="0" smtClean="0">
                <a:solidFill>
                  <a:schemeClr val="tx1"/>
                </a:solidFill>
                <a:latin typeface="+mj-lt"/>
                <a:ea typeface="黑体" pitchFamily="2" charset="-122"/>
              </a:rPr>
              <a:t>）和字段</a:t>
            </a:r>
            <a:r>
              <a:rPr lang="en-US" altLang="zh-CN" dirty="0" smtClean="0">
                <a:solidFill>
                  <a:schemeClr val="tx1"/>
                </a:solidFill>
                <a:latin typeface="+mj-lt"/>
                <a:ea typeface="黑体" pitchFamily="2" charset="-122"/>
              </a:rPr>
              <a:t>(Field)</a:t>
            </a:r>
            <a:endParaRPr lang="en-US" altLang="zh-CN" dirty="0" smtClean="0">
              <a:latin typeface="+mj-lt"/>
              <a:ea typeface="黑体" pitchFamily="2" charset="-122"/>
            </a:endParaRPr>
          </a:p>
        </p:txBody>
      </p:sp>
      <p:sp>
        <p:nvSpPr>
          <p:cNvPr id="7" name="Line 95"/>
          <p:cNvSpPr>
            <a:spLocks noChangeShapeType="1"/>
          </p:cNvSpPr>
          <p:nvPr/>
        </p:nvSpPr>
        <p:spPr bwMode="auto">
          <a:xfrm>
            <a:off x="457200" y="1219200"/>
            <a:ext cx="7524000" cy="0"/>
          </a:xfrm>
          <a:prstGeom prst="line">
            <a:avLst/>
          </a:prstGeom>
          <a:noFill/>
          <a:ln w="88900" cmpd="thinThick">
            <a:solidFill>
              <a:srgbClr val="9294C0"/>
            </a:solidFill>
            <a:round/>
            <a:headEnd/>
            <a:tailEnd/>
          </a:ln>
          <a:effectLst/>
        </p:spPr>
        <p:txBody>
          <a:bodyPr wrap="none" anchor="ctr"/>
          <a:lstStyle/>
          <a:p>
            <a:endParaRPr lang="zh-CN" altLang="en-US"/>
          </a:p>
        </p:txBody>
      </p:sp>
      <p:sp>
        <p:nvSpPr>
          <p:cNvPr id="9" name="圆角右箭头 8"/>
          <p:cNvSpPr/>
          <p:nvPr/>
        </p:nvSpPr>
        <p:spPr bwMode="auto">
          <a:xfrm>
            <a:off x="3124200" y="5257800"/>
            <a:ext cx="990600" cy="381000"/>
          </a:xfrm>
          <a:prstGeom prst="bentArrow">
            <a:avLst/>
          </a:prstGeom>
          <a:solidFill>
            <a:schemeClr val="accent1"/>
          </a:solidFill>
          <a:ln w="9525" cap="flat" cmpd="sng" algn="ctr">
            <a:noFill/>
            <a:prstDash val="solid"/>
            <a:round/>
            <a:headEnd type="none" w="med" len="med"/>
            <a:tailEnd type="none" w="med" len="med"/>
          </a:ln>
          <a:effectLst/>
          <a:scene3d>
            <a:camera prst="orthographicFront">
              <a:rot lat="5400000" lon="0" rev="0"/>
            </a:camera>
            <a:lightRig rig="threePt" dir="t"/>
          </a:scene3d>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smtClean="0">
              <a:ln>
                <a:noFill/>
              </a:ln>
              <a:solidFill>
                <a:schemeClr val="tx1"/>
              </a:solidFill>
              <a:effectLst/>
              <a:latin typeface="Arial" pitchFamily="34" charset="0"/>
            </a:endParaRPr>
          </a:p>
        </p:txBody>
      </p:sp>
      <p:sp>
        <p:nvSpPr>
          <p:cNvPr id="13" name="灯片编号占位符 12"/>
          <p:cNvSpPr>
            <a:spLocks noGrp="1"/>
          </p:cNvSpPr>
          <p:nvPr>
            <p:ph type="sldNum" sz="quarter" idx="12"/>
          </p:nvPr>
        </p:nvSpPr>
        <p:spPr/>
        <p:txBody>
          <a:bodyPr/>
          <a:lstStyle/>
          <a:p>
            <a:fld id="{AE60A1FF-8927-450B-A360-23049E3230E2}" type="slidenum">
              <a:rPr lang="zh-CN" altLang="en-US" smtClean="0"/>
              <a:pPr/>
              <a:t>39</a:t>
            </a:fld>
            <a:endParaRPr lang="en-US" altLang="zh-CN"/>
          </a:p>
        </p:txBody>
      </p:sp>
      <p:pic>
        <p:nvPicPr>
          <p:cNvPr id="10" name="内容占位符 6" descr="师大图标.png"/>
          <p:cNvPicPr>
            <a:picLocks noChangeAspect="1"/>
          </p:cNvPicPr>
          <p:nvPr/>
        </p:nvPicPr>
        <p:blipFill>
          <a:blip r:embed="rId2"/>
          <a:stretch>
            <a:fillRect/>
          </a:stretch>
        </p:blipFill>
        <p:spPr bwMode="auto">
          <a:xfrm>
            <a:off x="838200" y="343000"/>
            <a:ext cx="800000" cy="800000"/>
          </a:xfrm>
          <a:prstGeom prst="rect">
            <a:avLst/>
          </a:prstGeom>
          <a:noFill/>
          <a:ln w="9525">
            <a:noFill/>
            <a:miter lim="800000"/>
            <a:headEnd/>
            <a:tailEnd/>
          </a:ln>
          <a:effectLst/>
        </p:spPr>
      </p:pic>
      <p:pic>
        <p:nvPicPr>
          <p:cNvPr id="14338" name="Picture 2"/>
          <p:cNvPicPr>
            <a:picLocks noChangeAspect="1" noChangeArrowheads="1"/>
          </p:cNvPicPr>
          <p:nvPr/>
        </p:nvPicPr>
        <p:blipFill>
          <a:blip r:embed="rId3"/>
          <a:srcRect/>
          <a:stretch>
            <a:fillRect/>
          </a:stretch>
        </p:blipFill>
        <p:spPr bwMode="auto">
          <a:xfrm>
            <a:off x="1219200" y="1828800"/>
            <a:ext cx="5619750" cy="2819400"/>
          </a:xfrm>
          <a:prstGeom prst="rect">
            <a:avLst/>
          </a:prstGeom>
          <a:noFill/>
          <a:ln w="9525">
            <a:noFill/>
            <a:miter lim="800000"/>
            <a:headEnd/>
            <a:tailEnd/>
          </a:ln>
          <a:effectLst/>
        </p:spPr>
      </p:pic>
      <p:pic>
        <p:nvPicPr>
          <p:cNvPr id="14339" name="Picture 3"/>
          <p:cNvPicPr>
            <a:picLocks noChangeAspect="1" noChangeArrowheads="1"/>
          </p:cNvPicPr>
          <p:nvPr/>
        </p:nvPicPr>
        <p:blipFill>
          <a:blip r:embed="rId4"/>
          <a:srcRect/>
          <a:stretch>
            <a:fillRect/>
          </a:stretch>
        </p:blipFill>
        <p:spPr bwMode="auto">
          <a:xfrm>
            <a:off x="228600" y="4876800"/>
            <a:ext cx="3743325" cy="1314450"/>
          </a:xfrm>
          <a:prstGeom prst="rect">
            <a:avLst/>
          </a:prstGeom>
          <a:noFill/>
          <a:ln w="9525">
            <a:noFill/>
            <a:miter lim="800000"/>
            <a:headEnd/>
            <a:tailEnd/>
          </a:ln>
          <a:effectLst/>
        </p:spPr>
      </p:pic>
      <p:pic>
        <p:nvPicPr>
          <p:cNvPr id="14340" name="Picture 4"/>
          <p:cNvPicPr>
            <a:picLocks noChangeAspect="1" noChangeArrowheads="1"/>
          </p:cNvPicPr>
          <p:nvPr/>
        </p:nvPicPr>
        <p:blipFill>
          <a:blip r:embed="rId5"/>
          <a:srcRect/>
          <a:stretch>
            <a:fillRect/>
          </a:stretch>
        </p:blipFill>
        <p:spPr bwMode="auto">
          <a:xfrm>
            <a:off x="4648200" y="4876800"/>
            <a:ext cx="3771900" cy="1314450"/>
          </a:xfrm>
          <a:prstGeom prst="rect">
            <a:avLst/>
          </a:prstGeom>
          <a:noFill/>
          <a:ln w="9525">
            <a:noFill/>
            <a:miter lim="800000"/>
            <a:headEnd/>
            <a:tailEnd/>
          </a:ln>
          <a:effectLst/>
        </p:spPr>
      </p:pic>
    </p:spTree>
  </p:cSld>
  <p:clrMapOvr>
    <a:masterClrMapping/>
  </p:clrMapOvr>
  <p:transition>
    <p:split dir="in"/>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5</a:t>
            </a:r>
            <a:r>
              <a:rPr lang="zh-CN" altLang="en-US" dirty="0" smtClean="0"/>
              <a:t>、</a:t>
            </a:r>
            <a:r>
              <a:rPr lang="en-US" altLang="zh-CN" dirty="0" err="1" smtClean="0"/>
              <a:t>GeoDatabase</a:t>
            </a:r>
            <a:r>
              <a:rPr lang="zh-CN" altLang="en-US" dirty="0" smtClean="0"/>
              <a:t>模型</a:t>
            </a:r>
            <a:endParaRPr lang="zh-CN" altLang="en-US" dirty="0"/>
          </a:p>
        </p:txBody>
      </p:sp>
      <p:sp>
        <p:nvSpPr>
          <p:cNvPr id="6" name="内容占位符 5"/>
          <p:cNvSpPr>
            <a:spLocks noGrp="1"/>
          </p:cNvSpPr>
          <p:nvPr>
            <p:ph idx="1"/>
          </p:nvPr>
        </p:nvSpPr>
        <p:spPr/>
        <p:txBody>
          <a:bodyPr/>
          <a:lstStyle/>
          <a:p>
            <a:r>
              <a:rPr lang="en-US" altLang="zh-CN" dirty="0" err="1" smtClean="0">
                <a:solidFill>
                  <a:schemeClr val="tx1"/>
                </a:solidFill>
                <a:latin typeface="+mj-lt"/>
                <a:ea typeface="黑体" pitchFamily="2" charset="-122"/>
              </a:rPr>
              <a:t>IFileds</a:t>
            </a:r>
            <a:endParaRPr lang="en-US" altLang="zh-CN" dirty="0" smtClean="0">
              <a:latin typeface="+mj-lt"/>
              <a:ea typeface="黑体" pitchFamily="2" charset="-122"/>
            </a:endParaRPr>
          </a:p>
        </p:txBody>
      </p:sp>
      <p:sp>
        <p:nvSpPr>
          <p:cNvPr id="7" name="Line 95"/>
          <p:cNvSpPr>
            <a:spLocks noChangeShapeType="1"/>
          </p:cNvSpPr>
          <p:nvPr/>
        </p:nvSpPr>
        <p:spPr bwMode="auto">
          <a:xfrm>
            <a:off x="457200" y="1219200"/>
            <a:ext cx="7524000" cy="0"/>
          </a:xfrm>
          <a:prstGeom prst="line">
            <a:avLst/>
          </a:prstGeom>
          <a:noFill/>
          <a:ln w="88900" cmpd="thinThick">
            <a:solidFill>
              <a:srgbClr val="9294C0"/>
            </a:solidFill>
            <a:round/>
            <a:headEnd/>
            <a:tailEnd/>
          </a:ln>
          <a:effectLst/>
        </p:spPr>
        <p:txBody>
          <a:bodyPr wrap="none" anchor="ctr"/>
          <a:lstStyle/>
          <a:p>
            <a:endParaRPr lang="zh-CN" altLang="en-US"/>
          </a:p>
        </p:txBody>
      </p:sp>
      <p:sp>
        <p:nvSpPr>
          <p:cNvPr id="9" name="圆角右箭头 8"/>
          <p:cNvSpPr/>
          <p:nvPr/>
        </p:nvSpPr>
        <p:spPr bwMode="auto">
          <a:xfrm>
            <a:off x="3124200" y="5257800"/>
            <a:ext cx="990600" cy="381000"/>
          </a:xfrm>
          <a:prstGeom prst="bentArrow">
            <a:avLst/>
          </a:prstGeom>
          <a:solidFill>
            <a:schemeClr val="accent1"/>
          </a:solidFill>
          <a:ln w="9525" cap="flat" cmpd="sng" algn="ctr">
            <a:noFill/>
            <a:prstDash val="solid"/>
            <a:round/>
            <a:headEnd type="none" w="med" len="med"/>
            <a:tailEnd type="none" w="med" len="med"/>
          </a:ln>
          <a:effectLst/>
          <a:scene3d>
            <a:camera prst="orthographicFront">
              <a:rot lat="5400000" lon="0" rev="0"/>
            </a:camera>
            <a:lightRig rig="threePt" dir="t"/>
          </a:scene3d>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smtClean="0">
              <a:ln>
                <a:noFill/>
              </a:ln>
              <a:solidFill>
                <a:schemeClr val="tx1"/>
              </a:solidFill>
              <a:effectLst/>
              <a:latin typeface="Arial" pitchFamily="34" charset="0"/>
            </a:endParaRPr>
          </a:p>
        </p:txBody>
      </p:sp>
      <p:sp>
        <p:nvSpPr>
          <p:cNvPr id="13" name="灯片编号占位符 12"/>
          <p:cNvSpPr>
            <a:spLocks noGrp="1"/>
          </p:cNvSpPr>
          <p:nvPr>
            <p:ph type="sldNum" sz="quarter" idx="12"/>
          </p:nvPr>
        </p:nvSpPr>
        <p:spPr/>
        <p:txBody>
          <a:bodyPr/>
          <a:lstStyle/>
          <a:p>
            <a:fld id="{AE60A1FF-8927-450B-A360-23049E3230E2}" type="slidenum">
              <a:rPr lang="zh-CN" altLang="en-US" smtClean="0"/>
              <a:pPr/>
              <a:t>40</a:t>
            </a:fld>
            <a:endParaRPr lang="en-US" altLang="zh-CN"/>
          </a:p>
        </p:txBody>
      </p:sp>
      <p:pic>
        <p:nvPicPr>
          <p:cNvPr id="10" name="内容占位符 6" descr="师大图标.png"/>
          <p:cNvPicPr>
            <a:picLocks noChangeAspect="1"/>
          </p:cNvPicPr>
          <p:nvPr/>
        </p:nvPicPr>
        <p:blipFill>
          <a:blip r:embed="rId2"/>
          <a:stretch>
            <a:fillRect/>
          </a:stretch>
        </p:blipFill>
        <p:spPr bwMode="auto">
          <a:xfrm>
            <a:off x="838200" y="343000"/>
            <a:ext cx="800000" cy="800000"/>
          </a:xfrm>
          <a:prstGeom prst="rect">
            <a:avLst/>
          </a:prstGeom>
          <a:noFill/>
          <a:ln w="9525">
            <a:noFill/>
            <a:miter lim="800000"/>
            <a:headEnd/>
            <a:tailEnd/>
          </a:ln>
          <a:effectLst/>
        </p:spPr>
      </p:pic>
      <p:pic>
        <p:nvPicPr>
          <p:cNvPr id="8" name="Picture 3"/>
          <p:cNvPicPr>
            <a:picLocks noChangeAspect="1" noChangeArrowheads="1"/>
          </p:cNvPicPr>
          <p:nvPr/>
        </p:nvPicPr>
        <p:blipFill>
          <a:blip r:embed="rId3"/>
          <a:srcRect/>
          <a:stretch>
            <a:fillRect/>
          </a:stretch>
        </p:blipFill>
        <p:spPr bwMode="auto">
          <a:xfrm>
            <a:off x="5562600" y="1447800"/>
            <a:ext cx="3352800" cy="1177319"/>
          </a:xfrm>
          <a:prstGeom prst="rect">
            <a:avLst/>
          </a:prstGeom>
          <a:noFill/>
          <a:ln w="9525">
            <a:noFill/>
            <a:miter lim="800000"/>
            <a:headEnd/>
            <a:tailEnd/>
          </a:ln>
          <a:effectLst/>
        </p:spPr>
      </p:pic>
      <p:pic>
        <p:nvPicPr>
          <p:cNvPr id="15362" name="Picture 2"/>
          <p:cNvPicPr>
            <a:picLocks noChangeAspect="1" noChangeArrowheads="1"/>
          </p:cNvPicPr>
          <p:nvPr/>
        </p:nvPicPr>
        <p:blipFill>
          <a:blip r:embed="rId4"/>
          <a:srcRect/>
          <a:stretch>
            <a:fillRect/>
          </a:stretch>
        </p:blipFill>
        <p:spPr bwMode="auto">
          <a:xfrm>
            <a:off x="457200" y="1828800"/>
            <a:ext cx="4981575" cy="2209800"/>
          </a:xfrm>
          <a:prstGeom prst="rect">
            <a:avLst/>
          </a:prstGeom>
          <a:noFill/>
          <a:ln w="9525">
            <a:noFill/>
            <a:miter lim="800000"/>
            <a:headEnd/>
            <a:tailEnd/>
          </a:ln>
          <a:effectLst/>
        </p:spPr>
      </p:pic>
      <p:pic>
        <p:nvPicPr>
          <p:cNvPr id="15363" name="Picture 3"/>
          <p:cNvPicPr>
            <a:picLocks noChangeAspect="1" noChangeArrowheads="1"/>
          </p:cNvPicPr>
          <p:nvPr/>
        </p:nvPicPr>
        <p:blipFill>
          <a:blip r:embed="rId5"/>
          <a:srcRect/>
          <a:stretch>
            <a:fillRect/>
          </a:stretch>
        </p:blipFill>
        <p:spPr bwMode="auto">
          <a:xfrm>
            <a:off x="457200" y="4267200"/>
            <a:ext cx="4991100" cy="2257425"/>
          </a:xfrm>
          <a:prstGeom prst="rect">
            <a:avLst/>
          </a:prstGeom>
          <a:noFill/>
          <a:ln w="9525">
            <a:noFill/>
            <a:miter lim="800000"/>
            <a:headEnd/>
            <a:tailEnd/>
          </a:ln>
          <a:effectLst/>
        </p:spPr>
      </p:pic>
    </p:spTree>
  </p:cSld>
  <p:clrMapOvr>
    <a:masterClrMapping/>
  </p:clrMapOvr>
  <p:transition>
    <p:split dir="in"/>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5</a:t>
            </a:r>
            <a:r>
              <a:rPr lang="zh-CN" altLang="en-US" dirty="0" smtClean="0"/>
              <a:t>、</a:t>
            </a:r>
            <a:r>
              <a:rPr lang="en-US" altLang="zh-CN" dirty="0" err="1" smtClean="0"/>
              <a:t>GeoDatabase</a:t>
            </a:r>
            <a:r>
              <a:rPr lang="zh-CN" altLang="en-US" dirty="0" smtClean="0"/>
              <a:t>模型</a:t>
            </a:r>
            <a:endParaRPr lang="zh-CN" altLang="en-US" dirty="0"/>
          </a:p>
        </p:txBody>
      </p:sp>
      <p:sp>
        <p:nvSpPr>
          <p:cNvPr id="6" name="内容占位符 5"/>
          <p:cNvSpPr>
            <a:spLocks noGrp="1"/>
          </p:cNvSpPr>
          <p:nvPr>
            <p:ph idx="1"/>
          </p:nvPr>
        </p:nvSpPr>
        <p:spPr/>
        <p:txBody>
          <a:bodyPr/>
          <a:lstStyle/>
          <a:p>
            <a:r>
              <a:rPr lang="en-US" altLang="zh-CN" dirty="0" smtClean="0">
                <a:solidFill>
                  <a:schemeClr val="tx1"/>
                </a:solidFill>
                <a:ea typeface="黑体" pitchFamily="2" charset="-122"/>
              </a:rPr>
              <a:t>Field</a:t>
            </a:r>
            <a:endParaRPr lang="en-US" altLang="zh-CN" sz="2000" dirty="0" smtClean="0">
              <a:latin typeface="+mj-lt"/>
              <a:ea typeface="黑体" pitchFamily="2" charset="-122"/>
            </a:endParaRPr>
          </a:p>
        </p:txBody>
      </p:sp>
      <p:sp>
        <p:nvSpPr>
          <p:cNvPr id="7" name="Line 95"/>
          <p:cNvSpPr>
            <a:spLocks noChangeShapeType="1"/>
          </p:cNvSpPr>
          <p:nvPr/>
        </p:nvSpPr>
        <p:spPr bwMode="auto">
          <a:xfrm>
            <a:off x="457200" y="1219200"/>
            <a:ext cx="7524000" cy="0"/>
          </a:xfrm>
          <a:prstGeom prst="line">
            <a:avLst/>
          </a:prstGeom>
          <a:noFill/>
          <a:ln w="88900" cmpd="thinThick">
            <a:solidFill>
              <a:srgbClr val="9294C0"/>
            </a:solidFill>
            <a:round/>
            <a:headEnd/>
            <a:tailEnd/>
          </a:ln>
          <a:effectLst/>
        </p:spPr>
        <p:txBody>
          <a:bodyPr wrap="none" anchor="ctr"/>
          <a:lstStyle/>
          <a:p>
            <a:endParaRPr lang="zh-CN" altLang="en-US"/>
          </a:p>
        </p:txBody>
      </p:sp>
      <p:sp>
        <p:nvSpPr>
          <p:cNvPr id="9" name="圆角右箭头 8"/>
          <p:cNvSpPr/>
          <p:nvPr/>
        </p:nvSpPr>
        <p:spPr bwMode="auto">
          <a:xfrm>
            <a:off x="3124200" y="5257800"/>
            <a:ext cx="990600" cy="381000"/>
          </a:xfrm>
          <a:prstGeom prst="bentArrow">
            <a:avLst/>
          </a:prstGeom>
          <a:solidFill>
            <a:schemeClr val="accent1"/>
          </a:solidFill>
          <a:ln w="9525" cap="flat" cmpd="sng" algn="ctr">
            <a:noFill/>
            <a:prstDash val="solid"/>
            <a:round/>
            <a:headEnd type="none" w="med" len="med"/>
            <a:tailEnd type="none" w="med" len="med"/>
          </a:ln>
          <a:effectLst/>
          <a:scene3d>
            <a:camera prst="orthographicFront">
              <a:rot lat="5400000" lon="0" rev="0"/>
            </a:camera>
            <a:lightRig rig="threePt" dir="t"/>
          </a:scene3d>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smtClean="0">
              <a:ln>
                <a:noFill/>
              </a:ln>
              <a:solidFill>
                <a:schemeClr val="tx1"/>
              </a:solidFill>
              <a:effectLst/>
              <a:latin typeface="Arial" pitchFamily="34" charset="0"/>
            </a:endParaRPr>
          </a:p>
        </p:txBody>
      </p:sp>
      <p:sp>
        <p:nvSpPr>
          <p:cNvPr id="13" name="灯片编号占位符 12"/>
          <p:cNvSpPr>
            <a:spLocks noGrp="1"/>
          </p:cNvSpPr>
          <p:nvPr>
            <p:ph type="sldNum" sz="quarter" idx="12"/>
          </p:nvPr>
        </p:nvSpPr>
        <p:spPr/>
        <p:txBody>
          <a:bodyPr/>
          <a:lstStyle/>
          <a:p>
            <a:fld id="{AE60A1FF-8927-450B-A360-23049E3230E2}" type="slidenum">
              <a:rPr lang="zh-CN" altLang="en-US" smtClean="0"/>
              <a:pPr/>
              <a:t>41</a:t>
            </a:fld>
            <a:endParaRPr lang="en-US" altLang="zh-CN"/>
          </a:p>
        </p:txBody>
      </p:sp>
      <p:pic>
        <p:nvPicPr>
          <p:cNvPr id="10" name="内容占位符 6" descr="师大图标.png"/>
          <p:cNvPicPr>
            <a:picLocks noChangeAspect="1"/>
          </p:cNvPicPr>
          <p:nvPr/>
        </p:nvPicPr>
        <p:blipFill>
          <a:blip r:embed="rId2"/>
          <a:stretch>
            <a:fillRect/>
          </a:stretch>
        </p:blipFill>
        <p:spPr bwMode="auto">
          <a:xfrm>
            <a:off x="838200" y="343000"/>
            <a:ext cx="800000" cy="800000"/>
          </a:xfrm>
          <a:prstGeom prst="rect">
            <a:avLst/>
          </a:prstGeom>
          <a:noFill/>
          <a:ln w="9525">
            <a:noFill/>
            <a:miter lim="800000"/>
            <a:headEnd/>
            <a:tailEnd/>
          </a:ln>
          <a:effectLst/>
        </p:spPr>
      </p:pic>
      <p:pic>
        <p:nvPicPr>
          <p:cNvPr id="8" name="Picture 4"/>
          <p:cNvPicPr>
            <a:picLocks noChangeAspect="1" noChangeArrowheads="1"/>
          </p:cNvPicPr>
          <p:nvPr/>
        </p:nvPicPr>
        <p:blipFill>
          <a:blip r:embed="rId3"/>
          <a:srcRect/>
          <a:stretch>
            <a:fillRect/>
          </a:stretch>
        </p:blipFill>
        <p:spPr bwMode="auto">
          <a:xfrm>
            <a:off x="5105400" y="1371600"/>
            <a:ext cx="3771900" cy="1314450"/>
          </a:xfrm>
          <a:prstGeom prst="rect">
            <a:avLst/>
          </a:prstGeom>
          <a:noFill/>
          <a:ln w="9525">
            <a:noFill/>
            <a:miter lim="800000"/>
            <a:headEnd/>
            <a:tailEnd/>
          </a:ln>
          <a:effectLst/>
        </p:spPr>
      </p:pic>
      <p:pic>
        <p:nvPicPr>
          <p:cNvPr id="16386" name="Picture 2"/>
          <p:cNvPicPr>
            <a:picLocks noChangeAspect="1" noChangeArrowheads="1"/>
          </p:cNvPicPr>
          <p:nvPr/>
        </p:nvPicPr>
        <p:blipFill>
          <a:blip r:embed="rId4"/>
          <a:srcRect/>
          <a:stretch>
            <a:fillRect/>
          </a:stretch>
        </p:blipFill>
        <p:spPr bwMode="auto">
          <a:xfrm>
            <a:off x="0" y="2552700"/>
            <a:ext cx="7477125" cy="4305300"/>
          </a:xfrm>
          <a:prstGeom prst="rect">
            <a:avLst/>
          </a:prstGeom>
          <a:noFill/>
          <a:ln w="9525">
            <a:noFill/>
            <a:miter lim="800000"/>
            <a:headEnd/>
            <a:tailEnd/>
          </a:ln>
          <a:effectLst/>
        </p:spPr>
      </p:pic>
    </p:spTree>
  </p:cSld>
  <p:clrMapOvr>
    <a:masterClrMapping/>
  </p:clrMapOvr>
  <p:transition>
    <p:split dir="in"/>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5</a:t>
            </a:r>
            <a:r>
              <a:rPr lang="zh-CN" altLang="en-US" dirty="0" smtClean="0"/>
              <a:t>、</a:t>
            </a:r>
            <a:r>
              <a:rPr lang="en-US" altLang="zh-CN" dirty="0" err="1" smtClean="0"/>
              <a:t>GeoDatabase</a:t>
            </a:r>
            <a:r>
              <a:rPr lang="zh-CN" altLang="en-US" dirty="0" smtClean="0"/>
              <a:t>模型</a:t>
            </a:r>
            <a:endParaRPr lang="zh-CN" altLang="en-US" dirty="0"/>
          </a:p>
        </p:txBody>
      </p:sp>
      <p:sp>
        <p:nvSpPr>
          <p:cNvPr id="6" name="内容占位符 5"/>
          <p:cNvSpPr>
            <a:spLocks noGrp="1"/>
          </p:cNvSpPr>
          <p:nvPr>
            <p:ph idx="1"/>
          </p:nvPr>
        </p:nvSpPr>
        <p:spPr/>
        <p:txBody>
          <a:bodyPr/>
          <a:lstStyle/>
          <a:p>
            <a:r>
              <a:rPr lang="en-US" altLang="zh-CN" dirty="0" err="1" smtClean="0">
                <a:solidFill>
                  <a:schemeClr val="tx1"/>
                </a:solidFill>
                <a:ea typeface="黑体" pitchFamily="2" charset="-122"/>
              </a:rPr>
              <a:t>IField</a:t>
            </a:r>
            <a:endParaRPr lang="en-US" altLang="zh-CN" sz="2000" dirty="0" smtClean="0">
              <a:ea typeface="黑体" pitchFamily="2" charset="-122"/>
            </a:endParaRPr>
          </a:p>
        </p:txBody>
      </p:sp>
      <p:sp>
        <p:nvSpPr>
          <p:cNvPr id="7" name="Line 95"/>
          <p:cNvSpPr>
            <a:spLocks noChangeShapeType="1"/>
          </p:cNvSpPr>
          <p:nvPr/>
        </p:nvSpPr>
        <p:spPr bwMode="auto">
          <a:xfrm>
            <a:off x="457200" y="1219200"/>
            <a:ext cx="7524000" cy="0"/>
          </a:xfrm>
          <a:prstGeom prst="line">
            <a:avLst/>
          </a:prstGeom>
          <a:noFill/>
          <a:ln w="88900" cmpd="thinThick">
            <a:solidFill>
              <a:srgbClr val="9294C0"/>
            </a:solidFill>
            <a:round/>
            <a:headEnd/>
            <a:tailEnd/>
          </a:ln>
          <a:effectLst/>
        </p:spPr>
        <p:txBody>
          <a:bodyPr wrap="none" anchor="ctr"/>
          <a:lstStyle/>
          <a:p>
            <a:endParaRPr lang="zh-CN" altLang="en-US"/>
          </a:p>
        </p:txBody>
      </p:sp>
      <p:sp>
        <p:nvSpPr>
          <p:cNvPr id="9" name="圆角右箭头 8"/>
          <p:cNvSpPr/>
          <p:nvPr/>
        </p:nvSpPr>
        <p:spPr bwMode="auto">
          <a:xfrm>
            <a:off x="3124200" y="5257800"/>
            <a:ext cx="990600" cy="381000"/>
          </a:xfrm>
          <a:prstGeom prst="bentArrow">
            <a:avLst/>
          </a:prstGeom>
          <a:solidFill>
            <a:schemeClr val="accent1"/>
          </a:solidFill>
          <a:ln w="9525" cap="flat" cmpd="sng" algn="ctr">
            <a:noFill/>
            <a:prstDash val="solid"/>
            <a:round/>
            <a:headEnd type="none" w="med" len="med"/>
            <a:tailEnd type="none" w="med" len="med"/>
          </a:ln>
          <a:effectLst/>
          <a:scene3d>
            <a:camera prst="orthographicFront">
              <a:rot lat="5400000" lon="0" rev="0"/>
            </a:camera>
            <a:lightRig rig="threePt" dir="t"/>
          </a:scene3d>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smtClean="0">
              <a:ln>
                <a:noFill/>
              </a:ln>
              <a:solidFill>
                <a:schemeClr val="tx1"/>
              </a:solidFill>
              <a:effectLst/>
              <a:latin typeface="Arial" pitchFamily="34" charset="0"/>
            </a:endParaRPr>
          </a:p>
        </p:txBody>
      </p:sp>
      <p:sp>
        <p:nvSpPr>
          <p:cNvPr id="13" name="灯片编号占位符 12"/>
          <p:cNvSpPr>
            <a:spLocks noGrp="1"/>
          </p:cNvSpPr>
          <p:nvPr>
            <p:ph type="sldNum" sz="quarter" idx="12"/>
          </p:nvPr>
        </p:nvSpPr>
        <p:spPr/>
        <p:txBody>
          <a:bodyPr/>
          <a:lstStyle/>
          <a:p>
            <a:fld id="{AE60A1FF-8927-450B-A360-23049E3230E2}" type="slidenum">
              <a:rPr lang="zh-CN" altLang="en-US" smtClean="0"/>
              <a:pPr/>
              <a:t>42</a:t>
            </a:fld>
            <a:endParaRPr lang="en-US" altLang="zh-CN"/>
          </a:p>
        </p:txBody>
      </p:sp>
      <p:pic>
        <p:nvPicPr>
          <p:cNvPr id="10" name="内容占位符 6" descr="师大图标.png"/>
          <p:cNvPicPr>
            <a:picLocks noChangeAspect="1"/>
          </p:cNvPicPr>
          <p:nvPr/>
        </p:nvPicPr>
        <p:blipFill>
          <a:blip r:embed="rId2"/>
          <a:stretch>
            <a:fillRect/>
          </a:stretch>
        </p:blipFill>
        <p:spPr bwMode="auto">
          <a:xfrm>
            <a:off x="838200" y="343000"/>
            <a:ext cx="800000" cy="800000"/>
          </a:xfrm>
          <a:prstGeom prst="rect">
            <a:avLst/>
          </a:prstGeom>
          <a:noFill/>
          <a:ln w="9525">
            <a:noFill/>
            <a:miter lim="800000"/>
            <a:headEnd/>
            <a:tailEnd/>
          </a:ln>
          <a:effectLst/>
        </p:spPr>
      </p:pic>
      <p:pic>
        <p:nvPicPr>
          <p:cNvPr id="17410" name="Picture 2"/>
          <p:cNvPicPr>
            <a:picLocks noChangeAspect="1" noChangeArrowheads="1"/>
          </p:cNvPicPr>
          <p:nvPr/>
        </p:nvPicPr>
        <p:blipFill>
          <a:blip r:embed="rId3"/>
          <a:srcRect/>
          <a:stretch>
            <a:fillRect/>
          </a:stretch>
        </p:blipFill>
        <p:spPr bwMode="auto">
          <a:xfrm>
            <a:off x="304800" y="1828800"/>
            <a:ext cx="4096555" cy="4191000"/>
          </a:xfrm>
          <a:prstGeom prst="rect">
            <a:avLst/>
          </a:prstGeom>
          <a:noFill/>
          <a:ln w="9525">
            <a:noFill/>
            <a:miter lim="800000"/>
            <a:headEnd/>
            <a:tailEnd/>
          </a:ln>
          <a:effectLst/>
        </p:spPr>
      </p:pic>
      <p:pic>
        <p:nvPicPr>
          <p:cNvPr id="17411" name="Picture 3"/>
          <p:cNvPicPr>
            <a:picLocks noChangeAspect="1" noChangeArrowheads="1"/>
          </p:cNvPicPr>
          <p:nvPr/>
        </p:nvPicPr>
        <p:blipFill>
          <a:blip r:embed="rId4"/>
          <a:srcRect/>
          <a:stretch>
            <a:fillRect/>
          </a:stretch>
        </p:blipFill>
        <p:spPr bwMode="auto">
          <a:xfrm>
            <a:off x="4479507" y="1828800"/>
            <a:ext cx="4435893" cy="4191000"/>
          </a:xfrm>
          <a:prstGeom prst="rect">
            <a:avLst/>
          </a:prstGeom>
          <a:noFill/>
          <a:ln w="9525">
            <a:noFill/>
            <a:miter lim="800000"/>
            <a:headEnd/>
            <a:tailEnd/>
          </a:ln>
          <a:effectLst/>
        </p:spPr>
      </p:pic>
    </p:spTree>
  </p:cSld>
  <p:clrMapOvr>
    <a:masterClrMapping/>
  </p:clrMapOvr>
  <p:transition>
    <p:split dir="in"/>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5</a:t>
            </a:r>
            <a:r>
              <a:rPr lang="zh-CN" altLang="en-US" dirty="0" smtClean="0"/>
              <a:t>、</a:t>
            </a:r>
            <a:r>
              <a:rPr lang="en-US" altLang="zh-CN" dirty="0" err="1" smtClean="0"/>
              <a:t>GeoDatabase</a:t>
            </a:r>
            <a:r>
              <a:rPr lang="zh-CN" altLang="en-US" dirty="0" smtClean="0"/>
              <a:t>模型</a:t>
            </a:r>
            <a:endParaRPr lang="zh-CN" altLang="en-US" dirty="0"/>
          </a:p>
        </p:txBody>
      </p:sp>
      <p:sp>
        <p:nvSpPr>
          <p:cNvPr id="6" name="内容占位符 5"/>
          <p:cNvSpPr>
            <a:spLocks noGrp="1"/>
          </p:cNvSpPr>
          <p:nvPr>
            <p:ph idx="1"/>
          </p:nvPr>
        </p:nvSpPr>
        <p:spPr/>
        <p:txBody>
          <a:bodyPr/>
          <a:lstStyle/>
          <a:p>
            <a:r>
              <a:rPr lang="zh-CN" altLang="en-US" dirty="0" smtClean="0">
                <a:solidFill>
                  <a:schemeClr val="tx1"/>
                </a:solidFill>
                <a:ea typeface="黑体" pitchFamily="2" charset="-122"/>
              </a:rPr>
              <a:t>几何字段设计</a:t>
            </a:r>
            <a:endParaRPr lang="en-US" altLang="zh-CN" sz="2000" dirty="0" smtClean="0">
              <a:latin typeface="+mj-lt"/>
              <a:ea typeface="黑体" pitchFamily="2" charset="-122"/>
            </a:endParaRPr>
          </a:p>
        </p:txBody>
      </p:sp>
      <p:sp>
        <p:nvSpPr>
          <p:cNvPr id="7" name="Line 95"/>
          <p:cNvSpPr>
            <a:spLocks noChangeShapeType="1"/>
          </p:cNvSpPr>
          <p:nvPr/>
        </p:nvSpPr>
        <p:spPr bwMode="auto">
          <a:xfrm>
            <a:off x="457200" y="1219200"/>
            <a:ext cx="7524000" cy="0"/>
          </a:xfrm>
          <a:prstGeom prst="line">
            <a:avLst/>
          </a:prstGeom>
          <a:noFill/>
          <a:ln w="88900" cmpd="thinThick">
            <a:solidFill>
              <a:srgbClr val="9294C0"/>
            </a:solidFill>
            <a:round/>
            <a:headEnd/>
            <a:tailEnd/>
          </a:ln>
          <a:effectLst/>
        </p:spPr>
        <p:txBody>
          <a:bodyPr wrap="none" anchor="ctr"/>
          <a:lstStyle/>
          <a:p>
            <a:endParaRPr lang="zh-CN" altLang="en-US"/>
          </a:p>
        </p:txBody>
      </p:sp>
      <p:sp>
        <p:nvSpPr>
          <p:cNvPr id="9" name="圆角右箭头 8"/>
          <p:cNvSpPr/>
          <p:nvPr/>
        </p:nvSpPr>
        <p:spPr bwMode="auto">
          <a:xfrm>
            <a:off x="3124200" y="5257800"/>
            <a:ext cx="990600" cy="381000"/>
          </a:xfrm>
          <a:prstGeom prst="bentArrow">
            <a:avLst/>
          </a:prstGeom>
          <a:solidFill>
            <a:schemeClr val="accent1"/>
          </a:solidFill>
          <a:ln w="9525" cap="flat" cmpd="sng" algn="ctr">
            <a:noFill/>
            <a:prstDash val="solid"/>
            <a:round/>
            <a:headEnd type="none" w="med" len="med"/>
            <a:tailEnd type="none" w="med" len="med"/>
          </a:ln>
          <a:effectLst/>
          <a:scene3d>
            <a:camera prst="orthographicFront">
              <a:rot lat="5400000" lon="0" rev="0"/>
            </a:camera>
            <a:lightRig rig="threePt" dir="t"/>
          </a:scene3d>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smtClean="0">
              <a:ln>
                <a:noFill/>
              </a:ln>
              <a:solidFill>
                <a:schemeClr val="tx1"/>
              </a:solidFill>
              <a:effectLst/>
              <a:latin typeface="Arial" pitchFamily="34" charset="0"/>
            </a:endParaRPr>
          </a:p>
        </p:txBody>
      </p:sp>
      <p:sp>
        <p:nvSpPr>
          <p:cNvPr id="13" name="灯片编号占位符 12"/>
          <p:cNvSpPr>
            <a:spLocks noGrp="1"/>
          </p:cNvSpPr>
          <p:nvPr>
            <p:ph type="sldNum" sz="quarter" idx="12"/>
          </p:nvPr>
        </p:nvSpPr>
        <p:spPr/>
        <p:txBody>
          <a:bodyPr/>
          <a:lstStyle/>
          <a:p>
            <a:fld id="{AE60A1FF-8927-450B-A360-23049E3230E2}" type="slidenum">
              <a:rPr lang="zh-CN" altLang="en-US" smtClean="0"/>
              <a:pPr/>
              <a:t>43</a:t>
            </a:fld>
            <a:endParaRPr lang="en-US" altLang="zh-CN"/>
          </a:p>
        </p:txBody>
      </p:sp>
      <p:pic>
        <p:nvPicPr>
          <p:cNvPr id="10" name="内容占位符 6" descr="师大图标.png"/>
          <p:cNvPicPr>
            <a:picLocks noChangeAspect="1"/>
          </p:cNvPicPr>
          <p:nvPr/>
        </p:nvPicPr>
        <p:blipFill>
          <a:blip r:embed="rId2"/>
          <a:stretch>
            <a:fillRect/>
          </a:stretch>
        </p:blipFill>
        <p:spPr bwMode="auto">
          <a:xfrm>
            <a:off x="838200" y="343000"/>
            <a:ext cx="800000" cy="800000"/>
          </a:xfrm>
          <a:prstGeom prst="rect">
            <a:avLst/>
          </a:prstGeom>
          <a:noFill/>
          <a:ln w="9525">
            <a:noFill/>
            <a:miter lim="800000"/>
            <a:headEnd/>
            <a:tailEnd/>
          </a:ln>
          <a:effectLst/>
        </p:spPr>
      </p:pic>
      <p:pic>
        <p:nvPicPr>
          <p:cNvPr id="18434" name="Picture 2"/>
          <p:cNvPicPr>
            <a:picLocks noChangeAspect="1" noChangeArrowheads="1"/>
          </p:cNvPicPr>
          <p:nvPr/>
        </p:nvPicPr>
        <p:blipFill>
          <a:blip r:embed="rId3"/>
          <a:srcRect/>
          <a:stretch>
            <a:fillRect/>
          </a:stretch>
        </p:blipFill>
        <p:spPr bwMode="auto">
          <a:xfrm>
            <a:off x="4343400" y="1371600"/>
            <a:ext cx="2971800" cy="971550"/>
          </a:xfrm>
          <a:prstGeom prst="rect">
            <a:avLst/>
          </a:prstGeom>
          <a:noFill/>
          <a:ln w="9525">
            <a:noFill/>
            <a:miter lim="800000"/>
            <a:headEnd/>
            <a:tailEnd/>
          </a:ln>
          <a:effectLst/>
        </p:spPr>
      </p:pic>
      <p:pic>
        <p:nvPicPr>
          <p:cNvPr id="18435" name="Picture 3"/>
          <p:cNvPicPr>
            <a:picLocks noChangeAspect="1" noChangeArrowheads="1"/>
          </p:cNvPicPr>
          <p:nvPr/>
        </p:nvPicPr>
        <p:blipFill>
          <a:blip r:embed="rId4"/>
          <a:srcRect r="5973"/>
          <a:stretch>
            <a:fillRect/>
          </a:stretch>
        </p:blipFill>
        <p:spPr bwMode="auto">
          <a:xfrm>
            <a:off x="670605" y="2362200"/>
            <a:ext cx="8397195" cy="4038600"/>
          </a:xfrm>
          <a:prstGeom prst="rect">
            <a:avLst/>
          </a:prstGeom>
          <a:noFill/>
          <a:ln w="9525">
            <a:noFill/>
            <a:miter lim="800000"/>
            <a:headEnd/>
            <a:tailEnd/>
          </a:ln>
          <a:effectLst/>
        </p:spPr>
      </p:pic>
      <p:pic>
        <p:nvPicPr>
          <p:cNvPr id="18436" name="Picture 4"/>
          <p:cNvPicPr>
            <a:picLocks noChangeAspect="1" noChangeArrowheads="1"/>
          </p:cNvPicPr>
          <p:nvPr/>
        </p:nvPicPr>
        <p:blipFill>
          <a:blip r:embed="rId5"/>
          <a:srcRect/>
          <a:stretch>
            <a:fillRect/>
          </a:stretch>
        </p:blipFill>
        <p:spPr bwMode="auto">
          <a:xfrm>
            <a:off x="0" y="2743200"/>
            <a:ext cx="3362325" cy="1962150"/>
          </a:xfrm>
          <a:prstGeom prst="rect">
            <a:avLst/>
          </a:prstGeom>
          <a:noFill/>
          <a:ln w="9525">
            <a:noFill/>
            <a:miter lim="800000"/>
            <a:headEnd/>
            <a:tailEnd/>
          </a:ln>
          <a:effectLst/>
        </p:spPr>
      </p:pic>
      <p:pic>
        <p:nvPicPr>
          <p:cNvPr id="18437" name="Picture 5"/>
          <p:cNvPicPr>
            <a:picLocks noChangeAspect="1" noChangeArrowheads="1"/>
          </p:cNvPicPr>
          <p:nvPr/>
        </p:nvPicPr>
        <p:blipFill>
          <a:blip r:embed="rId6"/>
          <a:srcRect/>
          <a:stretch>
            <a:fillRect/>
          </a:stretch>
        </p:blipFill>
        <p:spPr bwMode="auto">
          <a:xfrm>
            <a:off x="0" y="4724400"/>
            <a:ext cx="3324225" cy="1790700"/>
          </a:xfrm>
          <a:prstGeom prst="rect">
            <a:avLst/>
          </a:prstGeom>
          <a:noFill/>
          <a:ln w="9525">
            <a:noFill/>
            <a:miter lim="800000"/>
            <a:headEnd/>
            <a:tailEnd/>
          </a:ln>
          <a:effectLst/>
        </p:spPr>
      </p:pic>
    </p:spTree>
  </p:cSld>
  <p:clrMapOvr>
    <a:masterClrMapping/>
  </p:clrMapOvr>
  <p:transition>
    <p:split dir="in"/>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5</a:t>
            </a:r>
            <a:r>
              <a:rPr lang="zh-CN" altLang="en-US" dirty="0" smtClean="0"/>
              <a:t>、</a:t>
            </a:r>
            <a:r>
              <a:rPr lang="en-US" altLang="zh-CN" dirty="0" err="1" smtClean="0"/>
              <a:t>GeoDatabase</a:t>
            </a:r>
            <a:r>
              <a:rPr lang="zh-CN" altLang="en-US" dirty="0" smtClean="0"/>
              <a:t>模型</a:t>
            </a:r>
            <a:endParaRPr lang="zh-CN" altLang="en-US" dirty="0"/>
          </a:p>
        </p:txBody>
      </p:sp>
      <p:sp>
        <p:nvSpPr>
          <p:cNvPr id="6" name="内容占位符 5"/>
          <p:cNvSpPr>
            <a:spLocks noGrp="1"/>
          </p:cNvSpPr>
          <p:nvPr>
            <p:ph idx="1"/>
          </p:nvPr>
        </p:nvSpPr>
        <p:spPr/>
        <p:txBody>
          <a:bodyPr/>
          <a:lstStyle/>
          <a:p>
            <a:r>
              <a:rPr lang="en-US" altLang="zh-CN" dirty="0" smtClean="0">
                <a:solidFill>
                  <a:schemeClr val="tx1"/>
                </a:solidFill>
                <a:ea typeface="黑体" pitchFamily="2" charset="-122"/>
              </a:rPr>
              <a:t>Row</a:t>
            </a:r>
          </a:p>
          <a:p>
            <a:r>
              <a:rPr lang="en-US" altLang="zh-CN" dirty="0" smtClean="0">
                <a:solidFill>
                  <a:schemeClr val="tx1"/>
                </a:solidFill>
                <a:ea typeface="黑体" pitchFamily="2" charset="-122"/>
              </a:rPr>
              <a:t>Object</a:t>
            </a:r>
          </a:p>
          <a:p>
            <a:r>
              <a:rPr lang="en-US" altLang="zh-CN" dirty="0" smtClean="0">
                <a:solidFill>
                  <a:schemeClr val="tx1"/>
                </a:solidFill>
                <a:ea typeface="黑体" pitchFamily="2" charset="-122"/>
              </a:rPr>
              <a:t>Feature</a:t>
            </a:r>
            <a:endParaRPr lang="en-US" altLang="zh-CN" sz="2000" dirty="0" smtClean="0">
              <a:latin typeface="+mj-lt"/>
              <a:ea typeface="黑体" pitchFamily="2" charset="-122"/>
            </a:endParaRPr>
          </a:p>
        </p:txBody>
      </p:sp>
      <p:sp>
        <p:nvSpPr>
          <p:cNvPr id="7" name="Line 95"/>
          <p:cNvSpPr>
            <a:spLocks noChangeShapeType="1"/>
          </p:cNvSpPr>
          <p:nvPr/>
        </p:nvSpPr>
        <p:spPr bwMode="auto">
          <a:xfrm>
            <a:off x="457200" y="1219200"/>
            <a:ext cx="7524000" cy="0"/>
          </a:xfrm>
          <a:prstGeom prst="line">
            <a:avLst/>
          </a:prstGeom>
          <a:noFill/>
          <a:ln w="88900" cmpd="thinThick">
            <a:solidFill>
              <a:srgbClr val="9294C0"/>
            </a:solidFill>
            <a:round/>
            <a:headEnd/>
            <a:tailEnd/>
          </a:ln>
          <a:effectLst/>
        </p:spPr>
        <p:txBody>
          <a:bodyPr wrap="none" anchor="ctr"/>
          <a:lstStyle/>
          <a:p>
            <a:endParaRPr lang="zh-CN" altLang="en-US"/>
          </a:p>
        </p:txBody>
      </p:sp>
      <p:sp>
        <p:nvSpPr>
          <p:cNvPr id="9" name="圆角右箭头 8"/>
          <p:cNvSpPr/>
          <p:nvPr/>
        </p:nvSpPr>
        <p:spPr bwMode="auto">
          <a:xfrm>
            <a:off x="3124200" y="5257800"/>
            <a:ext cx="990600" cy="381000"/>
          </a:xfrm>
          <a:prstGeom prst="bentArrow">
            <a:avLst/>
          </a:prstGeom>
          <a:solidFill>
            <a:schemeClr val="accent1"/>
          </a:solidFill>
          <a:ln w="9525" cap="flat" cmpd="sng" algn="ctr">
            <a:noFill/>
            <a:prstDash val="solid"/>
            <a:round/>
            <a:headEnd type="none" w="med" len="med"/>
            <a:tailEnd type="none" w="med" len="med"/>
          </a:ln>
          <a:effectLst/>
          <a:scene3d>
            <a:camera prst="orthographicFront">
              <a:rot lat="5400000" lon="0" rev="0"/>
            </a:camera>
            <a:lightRig rig="threePt" dir="t"/>
          </a:scene3d>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smtClean="0">
              <a:ln>
                <a:noFill/>
              </a:ln>
              <a:solidFill>
                <a:schemeClr val="tx1"/>
              </a:solidFill>
              <a:effectLst/>
              <a:latin typeface="Arial" pitchFamily="34" charset="0"/>
            </a:endParaRPr>
          </a:p>
        </p:txBody>
      </p:sp>
      <p:sp>
        <p:nvSpPr>
          <p:cNvPr id="13" name="灯片编号占位符 12"/>
          <p:cNvSpPr>
            <a:spLocks noGrp="1"/>
          </p:cNvSpPr>
          <p:nvPr>
            <p:ph type="sldNum" sz="quarter" idx="12"/>
          </p:nvPr>
        </p:nvSpPr>
        <p:spPr/>
        <p:txBody>
          <a:bodyPr/>
          <a:lstStyle/>
          <a:p>
            <a:fld id="{AE60A1FF-8927-450B-A360-23049E3230E2}" type="slidenum">
              <a:rPr lang="zh-CN" altLang="en-US" smtClean="0"/>
              <a:pPr/>
              <a:t>44</a:t>
            </a:fld>
            <a:endParaRPr lang="en-US" altLang="zh-CN"/>
          </a:p>
        </p:txBody>
      </p:sp>
      <p:pic>
        <p:nvPicPr>
          <p:cNvPr id="10" name="内容占位符 6" descr="师大图标.png"/>
          <p:cNvPicPr>
            <a:picLocks noChangeAspect="1"/>
          </p:cNvPicPr>
          <p:nvPr/>
        </p:nvPicPr>
        <p:blipFill>
          <a:blip r:embed="rId2"/>
          <a:stretch>
            <a:fillRect/>
          </a:stretch>
        </p:blipFill>
        <p:spPr bwMode="auto">
          <a:xfrm>
            <a:off x="838200" y="343000"/>
            <a:ext cx="800000" cy="800000"/>
          </a:xfrm>
          <a:prstGeom prst="rect">
            <a:avLst/>
          </a:prstGeom>
          <a:noFill/>
          <a:ln w="9525">
            <a:noFill/>
            <a:miter lim="800000"/>
            <a:headEnd/>
            <a:tailEnd/>
          </a:ln>
          <a:effectLst/>
        </p:spPr>
      </p:pic>
      <p:pic>
        <p:nvPicPr>
          <p:cNvPr id="19458" name="Picture 2"/>
          <p:cNvPicPr>
            <a:picLocks noChangeAspect="1" noChangeArrowheads="1"/>
          </p:cNvPicPr>
          <p:nvPr/>
        </p:nvPicPr>
        <p:blipFill>
          <a:blip r:embed="rId3"/>
          <a:srcRect b="4848"/>
          <a:stretch>
            <a:fillRect/>
          </a:stretch>
        </p:blipFill>
        <p:spPr bwMode="auto">
          <a:xfrm>
            <a:off x="3352800" y="876300"/>
            <a:ext cx="5562600" cy="5981700"/>
          </a:xfrm>
          <a:prstGeom prst="rect">
            <a:avLst/>
          </a:prstGeom>
          <a:noFill/>
          <a:ln w="9525">
            <a:noFill/>
            <a:miter lim="800000"/>
            <a:headEnd/>
            <a:tailEnd/>
          </a:ln>
          <a:effectLst/>
        </p:spPr>
      </p:pic>
    </p:spTree>
  </p:cSld>
  <p:clrMapOvr>
    <a:masterClrMapping/>
  </p:clrMapOvr>
  <p:transition>
    <p:split dir="in"/>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9" name="WordArt 3"/>
          <p:cNvSpPr>
            <a:spLocks noChangeArrowheads="1" noChangeShapeType="1" noTextEdit="1"/>
          </p:cNvSpPr>
          <p:nvPr/>
        </p:nvSpPr>
        <p:spPr bwMode="gray">
          <a:xfrm>
            <a:off x="2114550" y="3505200"/>
            <a:ext cx="5048250" cy="923925"/>
          </a:xfrm>
          <a:prstGeom prst="rect">
            <a:avLst/>
          </a:prstGeom>
        </p:spPr>
        <p:txBody>
          <a:bodyPr wrap="none" fromWordArt="1">
            <a:prstTxWarp prst="textDeflate">
              <a:avLst>
                <a:gd name="adj" fmla="val 0"/>
              </a:avLst>
            </a:prstTxWarp>
          </a:bodyPr>
          <a:lstStyle/>
          <a:p>
            <a:pPr algn="ctr"/>
            <a:r>
              <a:rPr lang="en-US" altLang="zh-CN" sz="6000" kern="10">
                <a:ln w="28575">
                  <a:solidFill>
                    <a:schemeClr val="tx1"/>
                  </a:solidFill>
                  <a:round/>
                  <a:headEnd/>
                  <a:tailEnd/>
                </a:ln>
                <a:gradFill rotWithShape="1">
                  <a:gsLst>
                    <a:gs pos="0">
                      <a:schemeClr val="bg1"/>
                    </a:gs>
                    <a:gs pos="100000">
                      <a:schemeClr val="accent1"/>
                    </a:gs>
                  </a:gsLst>
                  <a:lin ang="0" scaled="1"/>
                </a:gradFill>
                <a:effectLst>
                  <a:outerShdw dist="89803" dir="2700000" algn="ctr" rotWithShape="0">
                    <a:srgbClr val="000000">
                      <a:alpha val="50000"/>
                    </a:srgbClr>
                  </a:outerShdw>
                </a:effectLst>
                <a:latin typeface="Verdana"/>
              </a:rPr>
              <a:t>Thank You !</a:t>
            </a:r>
            <a:endParaRPr lang="zh-CN" altLang="en-US" sz="6000" kern="10">
              <a:ln w="28575">
                <a:solidFill>
                  <a:schemeClr val="tx1"/>
                </a:solidFill>
                <a:round/>
                <a:headEnd/>
                <a:tailEnd/>
              </a:ln>
              <a:gradFill rotWithShape="1">
                <a:gsLst>
                  <a:gs pos="0">
                    <a:schemeClr val="bg1"/>
                  </a:gs>
                  <a:gs pos="100000">
                    <a:schemeClr val="accent1"/>
                  </a:gs>
                </a:gsLst>
                <a:lin ang="0" scaled="1"/>
              </a:gradFill>
              <a:effectLst>
                <a:outerShdw dist="89803" dir="2700000" algn="ctr" rotWithShape="0">
                  <a:srgbClr val="000000">
                    <a:alpha val="50000"/>
                  </a:srgbClr>
                </a:outerShdw>
              </a:effectLst>
              <a:latin typeface="Verdana"/>
            </a:endParaRPr>
          </a:p>
        </p:txBody>
      </p:sp>
      <p:sp>
        <p:nvSpPr>
          <p:cNvPr id="6" name="Line 95"/>
          <p:cNvSpPr>
            <a:spLocks noChangeShapeType="1"/>
          </p:cNvSpPr>
          <p:nvPr/>
        </p:nvSpPr>
        <p:spPr bwMode="auto">
          <a:xfrm>
            <a:off x="457200" y="1219200"/>
            <a:ext cx="7524000" cy="0"/>
          </a:xfrm>
          <a:prstGeom prst="line">
            <a:avLst/>
          </a:prstGeom>
          <a:noFill/>
          <a:ln w="88900" cmpd="thinThick">
            <a:solidFill>
              <a:srgbClr val="9294C0"/>
            </a:solidFill>
            <a:round/>
            <a:headEnd/>
            <a:tailEnd/>
          </a:ln>
          <a:effectLst/>
        </p:spPr>
        <p:txBody>
          <a:bodyPr wrap="none" anchor="ctr"/>
          <a:lstStyle/>
          <a:p>
            <a:endParaRPr lang="zh-CN" altLang="en-US"/>
          </a:p>
        </p:txBody>
      </p:sp>
      <p:sp>
        <p:nvSpPr>
          <p:cNvPr id="5" name="灯片编号占位符 4"/>
          <p:cNvSpPr>
            <a:spLocks noGrp="1"/>
          </p:cNvSpPr>
          <p:nvPr>
            <p:ph type="sldNum" sz="quarter" idx="4"/>
          </p:nvPr>
        </p:nvSpPr>
        <p:spPr/>
        <p:txBody>
          <a:bodyPr/>
          <a:lstStyle/>
          <a:p>
            <a:fld id="{EB199F51-19EA-4878-9F53-2990CFB631B3}" type="slidenum">
              <a:rPr lang="zh-CN" altLang="en-US" smtClean="0"/>
              <a:pPr/>
              <a:t>45</a:t>
            </a:fld>
            <a:endParaRPr lang="en-US" altLang="zh-CN"/>
          </a:p>
        </p:txBody>
      </p:sp>
      <p:pic>
        <p:nvPicPr>
          <p:cNvPr id="8" name="内容占位符 6" descr="师大图标.png"/>
          <p:cNvPicPr>
            <a:picLocks noChangeAspect="1"/>
          </p:cNvPicPr>
          <p:nvPr/>
        </p:nvPicPr>
        <p:blipFill>
          <a:blip r:embed="rId2"/>
          <a:stretch>
            <a:fillRect/>
          </a:stretch>
        </p:blipFill>
        <p:spPr bwMode="gray">
          <a:xfrm>
            <a:off x="838200" y="343000"/>
            <a:ext cx="800000" cy="800000"/>
          </a:xfrm>
          <a:prstGeom prst="rect">
            <a:avLst/>
          </a:prstGeom>
          <a:noFill/>
          <a:ln w="9525">
            <a:noFill/>
            <a:miter lim="800000"/>
            <a:headEnd/>
            <a:tailEnd/>
          </a:ln>
          <a:effectLst/>
        </p:spPr>
      </p:pic>
    </p:spTree>
  </p:cSld>
  <p:clrMapOvr>
    <a:masterClrMapping/>
  </p:clrMapOvr>
  <p:transition>
    <p:split dir="in"/>
  </p:transition>
  <p:timing>
    <p:tnLst>
      <p:par>
        <p:cTn id="1" dur="indefinite" restart="never" nodeType="tmRoot"/>
      </p:par>
    </p:tnLst>
  </p:timing>
</p:sld>
</file>

<file path=ppt/theme/theme1.xml><?xml version="1.0" encoding="utf-8"?>
<a:theme xmlns:a="http://schemas.openxmlformats.org/drawingml/2006/main" name="191tgp_global_light">
  <a:themeElements>
    <a:clrScheme name="191tgp_global_light 1">
      <a:dk1>
        <a:srgbClr val="808080"/>
      </a:dk1>
      <a:lt1>
        <a:srgbClr val="FFFFFF"/>
      </a:lt1>
      <a:dk2>
        <a:srgbClr val="0E237E"/>
      </a:dk2>
      <a:lt2>
        <a:srgbClr val="CCECFF"/>
      </a:lt2>
      <a:accent1>
        <a:srgbClr val="709EE2"/>
      </a:accent1>
      <a:accent2>
        <a:srgbClr val="9874F2"/>
      </a:accent2>
      <a:accent3>
        <a:srgbClr val="AAACC0"/>
      </a:accent3>
      <a:accent4>
        <a:srgbClr val="DADADA"/>
      </a:accent4>
      <a:accent5>
        <a:srgbClr val="BBCCEE"/>
      </a:accent5>
      <a:accent6>
        <a:srgbClr val="8968DB"/>
      </a:accent6>
      <a:hlink>
        <a:srgbClr val="3B9D81"/>
      </a:hlink>
      <a:folHlink>
        <a:srgbClr val="80C040"/>
      </a:folHlink>
    </a:clrScheme>
    <a:fontScheme name="191tgp_global_ligh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chemeClr val="accent1"/>
        </a:solid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Arial" pitchFamily="34" charset="0"/>
          </a:defRPr>
        </a:defPPr>
      </a:lstStyle>
    </a:lnDef>
  </a:objectDefaults>
  <a:extraClrSchemeLst>
    <a:extraClrScheme>
      <a:clrScheme name="191tgp_global_light 1">
        <a:dk1>
          <a:srgbClr val="808080"/>
        </a:dk1>
        <a:lt1>
          <a:srgbClr val="FFFFFF"/>
        </a:lt1>
        <a:dk2>
          <a:srgbClr val="0E237E"/>
        </a:dk2>
        <a:lt2>
          <a:srgbClr val="CCECFF"/>
        </a:lt2>
        <a:accent1>
          <a:srgbClr val="709EE2"/>
        </a:accent1>
        <a:accent2>
          <a:srgbClr val="9874F2"/>
        </a:accent2>
        <a:accent3>
          <a:srgbClr val="AAACC0"/>
        </a:accent3>
        <a:accent4>
          <a:srgbClr val="DADADA"/>
        </a:accent4>
        <a:accent5>
          <a:srgbClr val="BBCCEE"/>
        </a:accent5>
        <a:accent6>
          <a:srgbClr val="8968DB"/>
        </a:accent6>
        <a:hlink>
          <a:srgbClr val="3B9D81"/>
        </a:hlink>
        <a:folHlink>
          <a:srgbClr val="80C040"/>
        </a:folHlink>
      </a:clrScheme>
      <a:clrMap bg1="dk2" tx1="lt1" bg2="dk1" tx2="lt2" accent1="accent1" accent2="accent2" accent3="accent3" accent4="accent4" accent5="accent5" accent6="accent6" hlink="hlink" folHlink="folHlink"/>
    </a:extraClrScheme>
    <a:extraClrScheme>
      <a:clrScheme name="191tgp_global_light 2">
        <a:dk1>
          <a:srgbClr val="808080"/>
        </a:dk1>
        <a:lt1>
          <a:srgbClr val="FFFFFF"/>
        </a:lt1>
        <a:dk2>
          <a:srgbClr val="6C2042"/>
        </a:dk2>
        <a:lt2>
          <a:srgbClr val="CCECFF"/>
        </a:lt2>
        <a:accent1>
          <a:srgbClr val="ED9C65"/>
        </a:accent1>
        <a:accent2>
          <a:srgbClr val="5D7CDF"/>
        </a:accent2>
        <a:accent3>
          <a:srgbClr val="BAABB0"/>
        </a:accent3>
        <a:accent4>
          <a:srgbClr val="DADADA"/>
        </a:accent4>
        <a:accent5>
          <a:srgbClr val="F4CBB8"/>
        </a:accent5>
        <a:accent6>
          <a:srgbClr val="5370CA"/>
        </a:accent6>
        <a:hlink>
          <a:srgbClr val="93AB2D"/>
        </a:hlink>
        <a:folHlink>
          <a:srgbClr val="5097BA"/>
        </a:folHlink>
      </a:clrScheme>
      <a:clrMap bg1="dk2" tx1="lt1" bg2="dk1" tx2="lt2" accent1="accent1" accent2="accent2" accent3="accent3" accent4="accent4" accent5="accent5" accent6="accent6" hlink="hlink" folHlink="folHlink"/>
    </a:extraClrScheme>
    <a:extraClrScheme>
      <a:clrScheme name="191tgp_global_light 3">
        <a:dk1>
          <a:srgbClr val="808080"/>
        </a:dk1>
        <a:lt1>
          <a:srgbClr val="FFFFFF"/>
        </a:lt1>
        <a:dk2>
          <a:srgbClr val="004E4C"/>
        </a:dk2>
        <a:lt2>
          <a:srgbClr val="FFFFCC"/>
        </a:lt2>
        <a:accent1>
          <a:srgbClr val="6FB4E3"/>
        </a:accent1>
        <a:accent2>
          <a:srgbClr val="2B976E"/>
        </a:accent2>
        <a:accent3>
          <a:srgbClr val="AAB2B2"/>
        </a:accent3>
        <a:accent4>
          <a:srgbClr val="DADADA"/>
        </a:accent4>
        <a:accent5>
          <a:srgbClr val="BBD6EF"/>
        </a:accent5>
        <a:accent6>
          <a:srgbClr val="268863"/>
        </a:accent6>
        <a:hlink>
          <a:srgbClr val="879543"/>
        </a:hlink>
        <a:folHlink>
          <a:srgbClr val="E3981D"/>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4240268</TotalTime>
  <Words>1690</Words>
  <Application>Microsoft Office PowerPoint</Application>
  <PresentationFormat>全屏显示(4:3)</PresentationFormat>
  <Paragraphs>351</Paragraphs>
  <Slides>45</Slides>
  <Notes>1</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45</vt:i4>
      </vt:variant>
    </vt:vector>
  </HeadingPairs>
  <TitlesOfParts>
    <vt:vector size="52" baseType="lpstr">
      <vt:lpstr>黑体</vt:lpstr>
      <vt:lpstr>华文仿宋</vt:lpstr>
      <vt:lpstr>宋体</vt:lpstr>
      <vt:lpstr>Arial</vt:lpstr>
      <vt:lpstr>Verdana</vt:lpstr>
      <vt:lpstr>Wingdings</vt:lpstr>
      <vt:lpstr>191tgp_global_light</vt:lpstr>
      <vt:lpstr>GIS软件设计与开发</vt:lpstr>
      <vt:lpstr>授课内容</vt:lpstr>
      <vt:lpstr>5、GeoDatabase模型</vt:lpstr>
      <vt:lpstr>5、GeoDatabase模型</vt:lpstr>
      <vt:lpstr>5、GeoDatabase模型</vt:lpstr>
      <vt:lpstr>5、GeoDatabase模型</vt:lpstr>
      <vt:lpstr>5、GeoDatabase模型</vt:lpstr>
      <vt:lpstr>5、GeoDatabase模型</vt:lpstr>
      <vt:lpstr>5、GeoDatabase模型</vt:lpstr>
      <vt:lpstr>5、GeoDatabase模型</vt:lpstr>
      <vt:lpstr>5、GeoDatabase模型</vt:lpstr>
      <vt:lpstr>5、GeoDatabase模型</vt:lpstr>
      <vt:lpstr>5、GeoDatabase模型</vt:lpstr>
      <vt:lpstr>5、GeoDatabase模型</vt:lpstr>
      <vt:lpstr>5、GeoDatabase模型</vt:lpstr>
      <vt:lpstr>5、GeoDatabase模型</vt:lpstr>
      <vt:lpstr>5、GeoDatabase模型</vt:lpstr>
      <vt:lpstr>5、GeoDatabase模型</vt:lpstr>
      <vt:lpstr>5、GeoDatabase模型</vt:lpstr>
      <vt:lpstr>5、GeoDatabase模型</vt:lpstr>
      <vt:lpstr>5、GeoDatabase模型</vt:lpstr>
      <vt:lpstr>5、GeoDatabase模型</vt:lpstr>
      <vt:lpstr>5、GeoDatabase模型</vt:lpstr>
      <vt:lpstr>5、GeoDatabase模型</vt:lpstr>
      <vt:lpstr>5、GeoDatabase模型</vt:lpstr>
      <vt:lpstr>5、GeoDatabase模型</vt:lpstr>
      <vt:lpstr>5、GeoDatabase模型</vt:lpstr>
      <vt:lpstr>5、GeoDatabase模型</vt:lpstr>
      <vt:lpstr>5、GeoDatabase模型</vt:lpstr>
      <vt:lpstr>5、GeoDatabase模型</vt:lpstr>
      <vt:lpstr>5、GeoDatabase模型</vt:lpstr>
      <vt:lpstr>5、GeoDatabase模型</vt:lpstr>
      <vt:lpstr>5、GeoDatabase模型</vt:lpstr>
      <vt:lpstr>5、GeoDatabase模型</vt:lpstr>
      <vt:lpstr>5、GeoDatabase模型</vt:lpstr>
      <vt:lpstr>5、GeoDatabase模型</vt:lpstr>
      <vt:lpstr>5、GeoDatabase模型</vt:lpstr>
      <vt:lpstr>5、GeoDatabase模型</vt:lpstr>
      <vt:lpstr>5、GeoDatabase模型</vt:lpstr>
      <vt:lpstr>5、GeoDatabase模型</vt:lpstr>
      <vt:lpstr>5、GeoDatabase模型</vt:lpstr>
      <vt:lpstr>5、GeoDatabase模型</vt:lpstr>
      <vt:lpstr>5、GeoDatabase模型</vt:lpstr>
      <vt:lpstr>5、GeoDatabase模型</vt:lpstr>
      <vt:lpstr>PowerPoint 演示文稿</vt:lpstr>
    </vt:vector>
  </TitlesOfParts>
  <Company>Guilddesign</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creator>Sung Ha, Park</dc:creator>
  <cp:lastModifiedBy>goose</cp:lastModifiedBy>
  <cp:revision>1021</cp:revision>
  <dcterms:created xsi:type="dcterms:W3CDTF">2004-08-02T10:25:19Z</dcterms:created>
  <dcterms:modified xsi:type="dcterms:W3CDTF">2017-12-12T05:31:44Z</dcterms:modified>
</cp:coreProperties>
</file>